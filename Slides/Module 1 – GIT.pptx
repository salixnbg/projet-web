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3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303" r:id="rId10"/>
    <p:sldId id="266" r:id="rId11"/>
    <p:sldId id="265" r:id="rId12"/>
    <p:sldId id="287" r:id="rId13"/>
    <p:sldId id="288" r:id="rId14"/>
    <p:sldId id="267" r:id="rId15"/>
    <p:sldId id="268" r:id="rId16"/>
    <p:sldId id="271" r:id="rId17"/>
    <p:sldId id="270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286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5084" autoAdjust="0"/>
  </p:normalViewPr>
  <p:slideViewPr>
    <p:cSldViewPr snapToGrid="0">
      <p:cViewPr>
        <p:scale>
          <a:sx n="50" d="100"/>
          <a:sy n="50" d="100"/>
        </p:scale>
        <p:origin x="1949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66C79-EDC1-4FF6-93B8-069FE49C3514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00648-7E3A-41A6-9DB2-8873697F94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506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00648-7E3A-41A6-9DB2-8873697F9498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2452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peut contenir :</a:t>
            </a:r>
          </a:p>
          <a:p>
            <a:r>
              <a:rPr lang="fr-FR" dirty="0"/>
              <a:t>des failles techniques (logiciels non mis à jour, mauvaises configurations),</a:t>
            </a:r>
          </a:p>
          <a:p>
            <a:r>
              <a:rPr lang="fr-FR" dirty="0"/>
              <a:t>des erreurs humaines (mots de passe faibles, mauvaise manipulation),</a:t>
            </a:r>
          </a:p>
          <a:p>
            <a:r>
              <a:rPr lang="fr-FR" dirty="0"/>
              <a:t>ou des points d’accès mal contrôlés.</a:t>
            </a:r>
          </a:p>
          <a:p>
            <a:r>
              <a:rPr lang="fr-FR" dirty="0"/>
              <a:t>Ces vulnérabilités peuvent être exploitées si elles ne sont pas repérées et corrigées.</a:t>
            </a:r>
          </a:p>
          <a:p>
            <a:br>
              <a:rPr lang="fr-FR" b="1" dirty="0"/>
            </a:br>
            <a:r>
              <a:rPr lang="fr-FR" b="1" dirty="0"/>
              <a:t>Les types de malwares courants :</a:t>
            </a:r>
          </a:p>
          <a:p>
            <a:r>
              <a:rPr lang="fr-FR" b="1" dirty="0"/>
              <a:t>Virus</a:t>
            </a:r>
            <a:r>
              <a:rPr lang="fr-FR" dirty="0"/>
              <a:t> : s'accroche à un programme et se propage.</a:t>
            </a:r>
          </a:p>
          <a:p>
            <a:r>
              <a:rPr lang="fr-FR" b="1" dirty="0"/>
              <a:t>Ver</a:t>
            </a:r>
            <a:r>
              <a:rPr lang="fr-FR" dirty="0"/>
              <a:t> : se répand automatiquement sur un réseau.</a:t>
            </a:r>
          </a:p>
          <a:p>
            <a:r>
              <a:rPr lang="fr-FR" b="1" dirty="0"/>
              <a:t>Cheval de Troie</a:t>
            </a:r>
            <a:r>
              <a:rPr lang="fr-FR" dirty="0"/>
              <a:t> : se fait passer pour un programme légitime.</a:t>
            </a:r>
          </a:p>
          <a:p>
            <a:r>
              <a:rPr lang="fr-FR" b="1" dirty="0"/>
              <a:t>Ransomware</a:t>
            </a:r>
            <a:r>
              <a:rPr lang="fr-FR" dirty="0"/>
              <a:t> : bloque/chiffre les données et demande une rançon.</a:t>
            </a:r>
          </a:p>
          <a:p>
            <a:r>
              <a:rPr lang="fr-FR" b="1" dirty="0"/>
              <a:t>Spyware</a:t>
            </a:r>
            <a:r>
              <a:rPr lang="fr-FR" dirty="0"/>
              <a:t> : espionne les activités de l’utilisateur.</a:t>
            </a:r>
          </a:p>
          <a:p>
            <a:r>
              <a:rPr lang="fr-FR" b="1" dirty="0"/>
              <a:t>Adware</a:t>
            </a:r>
            <a:r>
              <a:rPr lang="fr-FR" dirty="0"/>
              <a:t> : affiche des publicités non désirées.</a:t>
            </a:r>
          </a:p>
          <a:p>
            <a:r>
              <a:rPr lang="fr-FR" b="1" dirty="0"/>
              <a:t>Rootkit</a:t>
            </a:r>
            <a:r>
              <a:rPr lang="fr-FR" dirty="0"/>
              <a:t> : cache des activités malveillantes dans le système.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00648-7E3A-41A6-9DB2-8873697F9498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50913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00648-7E3A-41A6-9DB2-8873697F9498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6602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8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4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7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7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0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2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7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64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8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98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90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02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27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37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11/30/2025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36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11/30/2025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29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0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11/30/2025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72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230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11/30/2025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49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414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11/30/2025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54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11/30/2025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44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11/30/2025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291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864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25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844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36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839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923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86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693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483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92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25934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30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97154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41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8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780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358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758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808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89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580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558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08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55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7296"/>
            <a:ext cx="340296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BAECFF"/>
                </a:solidFill>
                <a:latin typeface="Roboto Cn"/>
                <a:cs typeface="Roboto C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9F9FB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83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1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  <p:sldLayoutId id="2147483752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FC322A-BDF0-6ED2-C38E-BA395FDCB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fr-FR" dirty="0"/>
              <a:t>Module 1 – GIT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B0FFE3B-F1B2-34BB-8ACC-88D94897A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fr-FR" sz="1400" dirty="0"/>
              <a:t>Ou comment bien collaborer à plusieurs sur son code</a:t>
            </a: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8BD4BF31-A7A3-43A1-F2D5-39DD065172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9107" y="1225144"/>
            <a:ext cx="2159508" cy="363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F358A-B21B-FFB7-73C6-43037AA7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Installation de Git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435BC5-E346-3AB6-8917-8CBD5EC2F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BE" dirty="0"/>
          </a:p>
          <a:p>
            <a:r>
              <a:rPr lang="fr-BE" dirty="0"/>
              <a:t>Sur </a:t>
            </a:r>
            <a:r>
              <a:rPr lang="fr-BE" b="1" dirty="0"/>
              <a:t>Windows https://gitforwindows.org/ </a:t>
            </a:r>
          </a:p>
          <a:p>
            <a:endParaRPr lang="fr-BE" b="1" dirty="0"/>
          </a:p>
          <a:p>
            <a:r>
              <a:rPr lang="fr-BE" dirty="0"/>
              <a:t>Sur </a:t>
            </a:r>
            <a:r>
              <a:rPr lang="fr-BE" b="1" dirty="0"/>
              <a:t>Mac</a:t>
            </a:r>
            <a:r>
              <a:rPr lang="fr-BE" dirty="0"/>
              <a:t> Déjà installé sinon </a:t>
            </a:r>
            <a:r>
              <a:rPr lang="fr-BE" b="1" dirty="0" err="1"/>
              <a:t>brew</a:t>
            </a:r>
            <a:r>
              <a:rPr lang="fr-BE" b="1" dirty="0"/>
              <a:t> </a:t>
            </a:r>
            <a:r>
              <a:rPr lang="fr-BE" b="1" dirty="0" err="1"/>
              <a:t>install</a:t>
            </a:r>
            <a:r>
              <a:rPr lang="fr-BE" b="1" dirty="0"/>
              <a:t> git</a:t>
            </a:r>
          </a:p>
          <a:p>
            <a:endParaRPr lang="fr-BE" b="1" dirty="0"/>
          </a:p>
          <a:p>
            <a:r>
              <a:rPr lang="fr-BE" dirty="0"/>
              <a:t>Sur </a:t>
            </a:r>
            <a:r>
              <a:rPr lang="fr-BE" b="1" dirty="0"/>
              <a:t>Linux</a:t>
            </a:r>
            <a:r>
              <a:rPr lang="fr-BE" dirty="0"/>
              <a:t> Déjà installé sinon </a:t>
            </a:r>
            <a:r>
              <a:rPr lang="fr-BE" b="1" dirty="0" err="1"/>
              <a:t>sudo</a:t>
            </a:r>
            <a:r>
              <a:rPr lang="fr-BE" b="1" dirty="0"/>
              <a:t> </a:t>
            </a:r>
            <a:r>
              <a:rPr lang="fr-BE" b="1" dirty="0" err="1"/>
              <a:t>apt</a:t>
            </a:r>
            <a:r>
              <a:rPr lang="fr-BE" b="1" dirty="0"/>
              <a:t> update &amp;&amp; </a:t>
            </a:r>
            <a:r>
              <a:rPr lang="fr-BE" b="1" dirty="0" err="1"/>
              <a:t>sudo</a:t>
            </a:r>
            <a:r>
              <a:rPr lang="fr-BE" b="1" dirty="0"/>
              <a:t> </a:t>
            </a:r>
            <a:r>
              <a:rPr lang="fr-BE" b="1" dirty="0" err="1"/>
              <a:t>apt</a:t>
            </a:r>
            <a:r>
              <a:rPr lang="fr-BE" b="1" dirty="0"/>
              <a:t> </a:t>
            </a:r>
            <a:r>
              <a:rPr lang="fr-BE" b="1" dirty="0" err="1"/>
              <a:t>install</a:t>
            </a:r>
            <a:r>
              <a:rPr lang="fr-BE" b="1" dirty="0"/>
              <a:t> git</a:t>
            </a:r>
          </a:p>
        </p:txBody>
      </p:sp>
    </p:spTree>
    <p:extLst>
      <p:ext uri="{BB962C8B-B14F-4D97-AF65-F5344CB8AC3E}">
        <p14:creationId xmlns:p14="http://schemas.microsoft.com/office/powerpoint/2010/main" val="2700121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A52138-6A3A-45AA-6DFD-C4EE75B5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Pourquoi utiliser git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41A60E-9011-B454-1AD5-BB38117B4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Versionner son code</a:t>
            </a:r>
          </a:p>
          <a:p>
            <a:r>
              <a:rPr lang="fr-FR" dirty="0"/>
              <a:t>Historique des modifications</a:t>
            </a:r>
          </a:p>
          <a:p>
            <a:r>
              <a:rPr lang="fr-FR" dirty="0"/>
              <a:t>Travailler à plusieurs</a:t>
            </a:r>
          </a:p>
          <a:p>
            <a:r>
              <a:rPr lang="fr-FR" dirty="0"/>
              <a:t>Sauvegarder son code à distance</a:t>
            </a:r>
            <a:endParaRPr lang="fr-B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EE1025-00F0-9EBB-459E-B784857B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408" y="1659269"/>
            <a:ext cx="3907648" cy="2353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398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FC2DC-2DE4-8C07-8EDB-4A8D41163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Services d’hébergement de </a:t>
            </a:r>
            <a:r>
              <a:rPr lang="fr-FR" dirty="0" err="1"/>
              <a:t>répo</a:t>
            </a:r>
            <a:r>
              <a:rPr lang="fr-FR" dirty="0"/>
              <a:t> Git </a:t>
            </a:r>
            <a:endParaRPr lang="fr-B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BEECD8-8ECB-6528-D5C5-5F08EB709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726" y="3429000"/>
            <a:ext cx="28575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Hub Logo">
            <a:extLst>
              <a:ext uri="{FF2B5EF4-FFF2-40B4-BE49-F238E27FC236}">
                <a16:creationId xmlns:a16="http://schemas.microsoft.com/office/drawing/2014/main" id="{3A1EDBE5-6D3C-6534-7A13-777C7F7D96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17" y="2755719"/>
            <a:ext cx="3016480" cy="169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07D92A4-5B37-3CD5-E3BB-1105634F9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625" y="2648000"/>
            <a:ext cx="3395789" cy="191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46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FC73A-7768-5734-91BF-9758DC1D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Ajouter une clé SSH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C9DE8D-C339-B3AD-E9D5-FEFFC689A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err="1"/>
              <a:t>ssh</a:t>
            </a:r>
            <a:r>
              <a:rPr lang="fr-BE" dirty="0"/>
              <a:t>-keygen -o -a 256 -t ed25519</a:t>
            </a:r>
          </a:p>
          <a:p>
            <a:r>
              <a:rPr lang="fr-BE" dirty="0"/>
              <a:t>cd</a:t>
            </a:r>
          </a:p>
          <a:p>
            <a:r>
              <a:rPr lang="fr-BE" dirty="0"/>
              <a:t>cat .</a:t>
            </a:r>
            <a:r>
              <a:rPr lang="fr-BE" dirty="0" err="1"/>
              <a:t>ssh</a:t>
            </a:r>
            <a:r>
              <a:rPr lang="fr-BE" dirty="0"/>
              <a:t>/id_ed25519.pub </a:t>
            </a:r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6221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5324F-AAF3-5462-335E-2F4D490B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Ajouter une clé SSH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C7E7FA1-7602-D66B-E0DC-C90AC5A3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39919"/>
            <a:ext cx="1968310" cy="41781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A535514-24FE-9184-53EA-A8E41F1D0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583" y="1339919"/>
            <a:ext cx="2525960" cy="417816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473E07E-0D04-9CB5-98CA-659679A5C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437" y="1941095"/>
            <a:ext cx="5722291" cy="299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0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3305E1-66A7-447D-4CA6-02683E125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Cloner un repository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17FAB8-49D9-F745-7F2E-761362CA8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git clone &lt; lien vers le </a:t>
            </a:r>
            <a:r>
              <a:rPr lang="fr-FR" dirty="0" err="1"/>
              <a:t>répo</a:t>
            </a:r>
            <a:r>
              <a:rPr lang="fr-FR" dirty="0"/>
              <a:t> &gt;</a:t>
            </a:r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84FA53-86D5-BD3A-1B59-1522A3246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87" y="1570673"/>
            <a:ext cx="5335391" cy="437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063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71095-981D-B664-A52D-984EC052B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commit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A1DB15-896A-1B3C-B730-BC3C93958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Un commit c'est :</a:t>
            </a:r>
          </a:p>
          <a:p>
            <a:r>
              <a:rPr lang="fr-FR" dirty="0"/>
              <a:t>L'unité de base de git • </a:t>
            </a:r>
          </a:p>
          <a:p>
            <a:r>
              <a:rPr lang="fr-FR" dirty="0"/>
              <a:t>Un ensemble de changement (diff) •</a:t>
            </a:r>
          </a:p>
          <a:p>
            <a:r>
              <a:rPr lang="fr-FR" dirty="0"/>
              <a:t>Une version du code • </a:t>
            </a:r>
          </a:p>
          <a:p>
            <a:r>
              <a:rPr lang="fr-FR" dirty="0"/>
              <a:t>1 commit = 1 fonctionnalité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75179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73FE45-2C77-785A-5CE1-71041065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commit</a:t>
            </a:r>
            <a:endParaRPr lang="fr-BE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A10EC510-98CF-9158-5567-69AF0C886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1430216"/>
            <a:ext cx="11160551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40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4D7A5-37A9-1292-B049-D69D5187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63880"/>
            <a:ext cx="10653578" cy="1132258"/>
          </a:xfrm>
        </p:spPr>
        <p:txBody>
          <a:bodyPr/>
          <a:lstStyle/>
          <a:p>
            <a:r>
              <a:rPr lang="fr-FR" dirty="0"/>
              <a:t>Je vous montre un diff!</a:t>
            </a:r>
            <a:endParaRPr lang="fr-BE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38E4DF-2402-031E-4E54-6FDF9C284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E4ACF9C2-23AD-8345-F0D8-A911412124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50" y="1306068"/>
            <a:ext cx="10856976" cy="498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6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420C90-6B51-91C0-D07F-B5F397DDD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fr-BE" dirty="0"/>
              <a:t>Commandes d'information 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A6988024-5510-D4DE-84BD-16FFF49BFF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43743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KeyContentTable"/>
                  </p202:designTagLst>
                </p202:designPr>
              </p:ext>
            </p:extLst>
          </p:nvPr>
        </p:nvGraphicFramePr>
        <p:xfrm>
          <a:off x="612647" y="2248485"/>
          <a:ext cx="10653580" cy="352792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734914">
                  <a:extLst>
                    <a:ext uri="{9D8B030D-6E8A-4147-A177-3AD203B41FA5}">
                      <a16:colId xmlns:a16="http://schemas.microsoft.com/office/drawing/2014/main" val="2614709721"/>
                    </a:ext>
                  </a:extLst>
                </a:gridCol>
                <a:gridCol w="7918666">
                  <a:extLst>
                    <a:ext uri="{9D8B030D-6E8A-4147-A177-3AD203B41FA5}">
                      <a16:colId xmlns:a16="http://schemas.microsoft.com/office/drawing/2014/main" val="2051700990"/>
                    </a:ext>
                  </a:extLst>
                </a:gridCol>
              </a:tblGrid>
              <a:tr h="70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git </a:t>
                      </a:r>
                      <a:r>
                        <a:rPr lang="fr-BE" sz="1600" dirty="0" err="1"/>
                        <a:t>status</a:t>
                      </a:r>
                      <a:endParaRPr lang="fr-BE" sz="15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/>
                        <a:t>affiche un résumé de la situation</a:t>
                      </a:r>
                      <a:endParaRPr lang="fr-FR" sz="15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818176"/>
                  </a:ext>
                </a:extLst>
              </a:tr>
              <a:tr h="70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git log</a:t>
                      </a:r>
                      <a:endParaRPr lang="fr-BE" sz="15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/>
                        <a:t>affiche un historique des "commit"</a:t>
                      </a:r>
                      <a:endParaRPr lang="fr-FR" sz="15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406141"/>
                  </a:ext>
                </a:extLst>
              </a:tr>
              <a:tr h="70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git log --graph</a:t>
                      </a:r>
                      <a:endParaRPr lang="fr-BE" sz="15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/>
                        <a:t>affiche un historique sous forme de graphe</a:t>
                      </a:r>
                      <a:endParaRPr lang="fr-FR" sz="15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021638"/>
                  </a:ext>
                </a:extLst>
              </a:tr>
              <a:tr h="70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git log --stat</a:t>
                      </a:r>
                      <a:endParaRPr lang="fr-BE" sz="15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/>
                        <a:t>affiche les détails des "commit"</a:t>
                      </a:r>
                      <a:endParaRPr lang="fr-FR" sz="15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449099"/>
                  </a:ext>
                </a:extLst>
              </a:tr>
              <a:tr h="70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git diff </a:t>
                      </a:r>
                      <a:endParaRPr lang="fr-BE" sz="15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/>
                        <a:t>affiche les différences entre 2 "commit"</a:t>
                      </a:r>
                      <a:endParaRPr lang="fr-FR" sz="15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5137" marR="105137" marT="105137" marB="105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93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76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5" dirty="0"/>
              <a:t>Ajouter</a:t>
            </a:r>
            <a:r>
              <a:rPr spc="135" dirty="0"/>
              <a:t> </a:t>
            </a:r>
            <a:r>
              <a:rPr dirty="0"/>
              <a:t>ou</a:t>
            </a:r>
            <a:r>
              <a:rPr spc="135" dirty="0"/>
              <a:t> </a:t>
            </a:r>
            <a:r>
              <a:rPr dirty="0"/>
              <a:t>supprimer</a:t>
            </a:r>
            <a:r>
              <a:rPr spc="140" dirty="0"/>
              <a:t> </a:t>
            </a:r>
            <a:r>
              <a:rPr dirty="0"/>
              <a:t>des</a:t>
            </a:r>
            <a:r>
              <a:rPr spc="135" dirty="0"/>
              <a:t> </a:t>
            </a:r>
            <a:r>
              <a:rPr spc="-10" dirty="0"/>
              <a:t>fichiers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2597" y="1784350"/>
            <a:ext cx="1791335" cy="876935"/>
            <a:chOff x="1482597" y="1784350"/>
            <a:chExt cx="1791335" cy="876935"/>
          </a:xfrm>
        </p:grpSpPr>
        <p:sp>
          <p:nvSpPr>
            <p:cNvPr id="4" name="object 4"/>
            <p:cNvSpPr/>
            <p:nvPr/>
          </p:nvSpPr>
          <p:spPr>
            <a:xfrm>
              <a:off x="1488947" y="1790700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5" h="864235">
                  <a:moveTo>
                    <a:pt x="1634489" y="0"/>
                  </a:moveTo>
                  <a:lnTo>
                    <a:pt x="144018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8" y="864108"/>
                  </a:lnTo>
                  <a:lnTo>
                    <a:pt x="1634489" y="864108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7" y="720089"/>
                  </a:lnTo>
                  <a:lnTo>
                    <a:pt x="1778507" y="144017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89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rgbClr val="C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488947" y="1790700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5" h="864235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634489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7" y="144017"/>
                  </a:lnTo>
                  <a:lnTo>
                    <a:pt x="1778507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89" y="864108"/>
                  </a:lnTo>
                  <a:lnTo>
                    <a:pt x="144018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4F5FB7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00000"/>
                </a:solidFill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749474" y="1830514"/>
            <a:ext cx="3249295" cy="3992879"/>
            <a:chOff x="8749474" y="1830514"/>
            <a:chExt cx="3249295" cy="3992879"/>
          </a:xfrm>
        </p:grpSpPr>
        <p:sp>
          <p:nvSpPr>
            <p:cNvPr id="7" name="object 7"/>
            <p:cNvSpPr/>
            <p:nvPr/>
          </p:nvSpPr>
          <p:spPr>
            <a:xfrm>
              <a:off x="8763761" y="54277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1000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63761" y="54277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823198" y="1844801"/>
              <a:ext cx="381000" cy="3583940"/>
            </a:xfrm>
            <a:custGeom>
              <a:avLst/>
              <a:gdLst/>
              <a:ahLst/>
              <a:cxnLst/>
              <a:rect l="l" t="t" r="r" b="b"/>
              <a:pathLst>
                <a:path w="381000" h="3583940">
                  <a:moveTo>
                    <a:pt x="216662" y="465836"/>
                  </a:moveTo>
                  <a:lnTo>
                    <a:pt x="209372" y="450723"/>
                  </a:lnTo>
                  <a:lnTo>
                    <a:pt x="175006" y="379476"/>
                  </a:lnTo>
                  <a:lnTo>
                    <a:pt x="130937" y="464566"/>
                  </a:lnTo>
                  <a:lnTo>
                    <a:pt x="159562" y="464997"/>
                  </a:lnTo>
                  <a:lnTo>
                    <a:pt x="159753" y="451104"/>
                  </a:lnTo>
                  <a:lnTo>
                    <a:pt x="159575" y="464566"/>
                  </a:lnTo>
                  <a:lnTo>
                    <a:pt x="159562" y="464997"/>
                  </a:lnTo>
                  <a:lnTo>
                    <a:pt x="116713" y="3583178"/>
                  </a:lnTo>
                  <a:lnTo>
                    <a:pt x="145288" y="3583559"/>
                  </a:lnTo>
                  <a:lnTo>
                    <a:pt x="188137" y="465836"/>
                  </a:lnTo>
                  <a:lnTo>
                    <a:pt x="188137" y="465416"/>
                  </a:lnTo>
                  <a:lnTo>
                    <a:pt x="188341" y="451104"/>
                  </a:lnTo>
                  <a:lnTo>
                    <a:pt x="188150" y="464566"/>
                  </a:lnTo>
                  <a:lnTo>
                    <a:pt x="188137" y="465416"/>
                  </a:lnTo>
                  <a:lnTo>
                    <a:pt x="216662" y="465836"/>
                  </a:lnTo>
                  <a:close/>
                </a:path>
                <a:path w="381000" h="3583940">
                  <a:moveTo>
                    <a:pt x="381000" y="190500"/>
                  </a:moveTo>
                  <a:lnTo>
                    <a:pt x="375958" y="146837"/>
                  </a:lnTo>
                  <a:lnTo>
                    <a:pt x="361619" y="106756"/>
                  </a:lnTo>
                  <a:lnTo>
                    <a:pt x="339128" y="71386"/>
                  </a:lnTo>
                  <a:lnTo>
                    <a:pt x="309613" y="41871"/>
                  </a:lnTo>
                  <a:lnTo>
                    <a:pt x="274243" y="19380"/>
                  </a:lnTo>
                  <a:lnTo>
                    <a:pt x="234162" y="5041"/>
                  </a:lnTo>
                  <a:lnTo>
                    <a:pt x="190500" y="0"/>
                  </a:lnTo>
                  <a:lnTo>
                    <a:pt x="146824" y="5041"/>
                  </a:lnTo>
                  <a:lnTo>
                    <a:pt x="106743" y="19380"/>
                  </a:lnTo>
                  <a:lnTo>
                    <a:pt x="71374" y="41871"/>
                  </a:lnTo>
                  <a:lnTo>
                    <a:pt x="41859" y="71386"/>
                  </a:lnTo>
                  <a:lnTo>
                    <a:pt x="19367" y="106756"/>
                  </a:lnTo>
                  <a:lnTo>
                    <a:pt x="5029" y="146837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56"/>
                  </a:lnTo>
                  <a:lnTo>
                    <a:pt x="41859" y="309626"/>
                  </a:lnTo>
                  <a:lnTo>
                    <a:pt x="71374" y="339140"/>
                  </a:lnTo>
                  <a:lnTo>
                    <a:pt x="106743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62" y="375970"/>
                  </a:lnTo>
                  <a:lnTo>
                    <a:pt x="274243" y="361632"/>
                  </a:lnTo>
                  <a:lnTo>
                    <a:pt x="309613" y="339140"/>
                  </a:lnTo>
                  <a:lnTo>
                    <a:pt x="339128" y="309626"/>
                  </a:lnTo>
                  <a:lnTo>
                    <a:pt x="361619" y="274256"/>
                  </a:lnTo>
                  <a:lnTo>
                    <a:pt x="375958" y="234175"/>
                  </a:lnTo>
                  <a:lnTo>
                    <a:pt x="381000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23197" y="184480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04197" y="2026157"/>
              <a:ext cx="2653665" cy="8255"/>
            </a:xfrm>
            <a:custGeom>
              <a:avLst/>
              <a:gdLst/>
              <a:ahLst/>
              <a:cxnLst/>
              <a:rect l="l" t="t" r="r" b="b"/>
              <a:pathLst>
                <a:path w="2653665" h="8255">
                  <a:moveTo>
                    <a:pt x="2653156" y="787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C2D1F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50095" y="2147315"/>
              <a:ext cx="2842260" cy="1701164"/>
            </a:xfrm>
            <a:custGeom>
              <a:avLst/>
              <a:gdLst/>
              <a:ahLst/>
              <a:cxnLst/>
              <a:rect l="l" t="t" r="r" b="b"/>
              <a:pathLst>
                <a:path w="2842259" h="1701164">
                  <a:moveTo>
                    <a:pt x="2558796" y="0"/>
                  </a:moveTo>
                  <a:lnTo>
                    <a:pt x="283463" y="0"/>
                  </a:ln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0" y="1417320"/>
                  </a:lnTo>
                  <a:lnTo>
                    <a:pt x="3709" y="1463308"/>
                  </a:lnTo>
                  <a:lnTo>
                    <a:pt x="14447" y="1506931"/>
                  </a:lnTo>
                  <a:lnTo>
                    <a:pt x="31632" y="1547604"/>
                  </a:lnTo>
                  <a:lnTo>
                    <a:pt x="54681" y="1584746"/>
                  </a:lnTo>
                  <a:lnTo>
                    <a:pt x="83010" y="1617773"/>
                  </a:lnTo>
                  <a:lnTo>
                    <a:pt x="116037" y="1646102"/>
                  </a:lnTo>
                  <a:lnTo>
                    <a:pt x="153179" y="1669151"/>
                  </a:lnTo>
                  <a:lnTo>
                    <a:pt x="193852" y="1686336"/>
                  </a:lnTo>
                  <a:lnTo>
                    <a:pt x="237475" y="1697074"/>
                  </a:lnTo>
                  <a:lnTo>
                    <a:pt x="283463" y="1700784"/>
                  </a:lnTo>
                  <a:lnTo>
                    <a:pt x="2558796" y="1700784"/>
                  </a:lnTo>
                  <a:lnTo>
                    <a:pt x="2604784" y="1697074"/>
                  </a:lnTo>
                  <a:lnTo>
                    <a:pt x="2648407" y="1686336"/>
                  </a:lnTo>
                  <a:lnTo>
                    <a:pt x="2689080" y="1669151"/>
                  </a:lnTo>
                  <a:lnTo>
                    <a:pt x="2726222" y="1646102"/>
                  </a:lnTo>
                  <a:lnTo>
                    <a:pt x="2759249" y="1617773"/>
                  </a:lnTo>
                  <a:lnTo>
                    <a:pt x="2787578" y="1584746"/>
                  </a:lnTo>
                  <a:lnTo>
                    <a:pt x="2810627" y="1547604"/>
                  </a:lnTo>
                  <a:lnTo>
                    <a:pt x="2827812" y="1506931"/>
                  </a:lnTo>
                  <a:lnTo>
                    <a:pt x="2838550" y="1463308"/>
                  </a:lnTo>
                  <a:lnTo>
                    <a:pt x="2842259" y="1417320"/>
                  </a:lnTo>
                  <a:lnTo>
                    <a:pt x="2842259" y="283463"/>
                  </a:lnTo>
                  <a:lnTo>
                    <a:pt x="2838550" y="237475"/>
                  </a:lnTo>
                  <a:lnTo>
                    <a:pt x="2827812" y="193852"/>
                  </a:lnTo>
                  <a:lnTo>
                    <a:pt x="2810627" y="153179"/>
                  </a:lnTo>
                  <a:lnTo>
                    <a:pt x="2787578" y="116037"/>
                  </a:lnTo>
                  <a:lnTo>
                    <a:pt x="2759249" y="83010"/>
                  </a:lnTo>
                  <a:lnTo>
                    <a:pt x="2726222" y="54681"/>
                  </a:lnTo>
                  <a:lnTo>
                    <a:pt x="2689080" y="31632"/>
                  </a:lnTo>
                  <a:lnTo>
                    <a:pt x="2648407" y="14447"/>
                  </a:lnTo>
                  <a:lnTo>
                    <a:pt x="2604784" y="3709"/>
                  </a:lnTo>
                  <a:lnTo>
                    <a:pt x="2558796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50095" y="2147315"/>
              <a:ext cx="2842260" cy="1701164"/>
            </a:xfrm>
            <a:custGeom>
              <a:avLst/>
              <a:gdLst/>
              <a:ahLst/>
              <a:cxnLst/>
              <a:rect l="l" t="t" r="r" b="b"/>
              <a:pathLst>
                <a:path w="2842259" h="1701164">
                  <a:moveTo>
                    <a:pt x="0" y="283463"/>
                  </a:moveTo>
                  <a:lnTo>
                    <a:pt x="3709" y="237475"/>
                  </a:lnTo>
                  <a:lnTo>
                    <a:pt x="14447" y="193852"/>
                  </a:lnTo>
                  <a:lnTo>
                    <a:pt x="31632" y="153179"/>
                  </a:lnTo>
                  <a:lnTo>
                    <a:pt x="54681" y="116037"/>
                  </a:lnTo>
                  <a:lnTo>
                    <a:pt x="83010" y="83010"/>
                  </a:lnTo>
                  <a:lnTo>
                    <a:pt x="116037" y="54681"/>
                  </a:lnTo>
                  <a:lnTo>
                    <a:pt x="153179" y="31632"/>
                  </a:lnTo>
                  <a:lnTo>
                    <a:pt x="193852" y="14447"/>
                  </a:lnTo>
                  <a:lnTo>
                    <a:pt x="237475" y="3709"/>
                  </a:lnTo>
                  <a:lnTo>
                    <a:pt x="283463" y="0"/>
                  </a:lnTo>
                  <a:lnTo>
                    <a:pt x="2558796" y="0"/>
                  </a:lnTo>
                  <a:lnTo>
                    <a:pt x="2604784" y="3709"/>
                  </a:lnTo>
                  <a:lnTo>
                    <a:pt x="2648407" y="14447"/>
                  </a:lnTo>
                  <a:lnTo>
                    <a:pt x="2689080" y="31632"/>
                  </a:lnTo>
                  <a:lnTo>
                    <a:pt x="2726222" y="54681"/>
                  </a:lnTo>
                  <a:lnTo>
                    <a:pt x="2759249" y="83010"/>
                  </a:lnTo>
                  <a:lnTo>
                    <a:pt x="2787578" y="116037"/>
                  </a:lnTo>
                  <a:lnTo>
                    <a:pt x="2810627" y="153179"/>
                  </a:lnTo>
                  <a:lnTo>
                    <a:pt x="2827812" y="193852"/>
                  </a:lnTo>
                  <a:lnTo>
                    <a:pt x="2838550" y="237475"/>
                  </a:lnTo>
                  <a:lnTo>
                    <a:pt x="2842259" y="283463"/>
                  </a:lnTo>
                  <a:lnTo>
                    <a:pt x="2842259" y="1417320"/>
                  </a:lnTo>
                  <a:lnTo>
                    <a:pt x="2838550" y="1463308"/>
                  </a:lnTo>
                  <a:lnTo>
                    <a:pt x="2827812" y="1506931"/>
                  </a:lnTo>
                  <a:lnTo>
                    <a:pt x="2810627" y="1547604"/>
                  </a:lnTo>
                  <a:lnTo>
                    <a:pt x="2787578" y="1584746"/>
                  </a:lnTo>
                  <a:lnTo>
                    <a:pt x="2759249" y="1617773"/>
                  </a:lnTo>
                  <a:lnTo>
                    <a:pt x="2726222" y="1646102"/>
                  </a:lnTo>
                  <a:lnTo>
                    <a:pt x="2689080" y="1669151"/>
                  </a:lnTo>
                  <a:lnTo>
                    <a:pt x="2648407" y="1686336"/>
                  </a:lnTo>
                  <a:lnTo>
                    <a:pt x="2604784" y="1697074"/>
                  </a:lnTo>
                  <a:lnTo>
                    <a:pt x="2558796" y="1700784"/>
                  </a:lnTo>
                  <a:lnTo>
                    <a:pt x="283463" y="1700784"/>
                  </a:lnTo>
                  <a:lnTo>
                    <a:pt x="237475" y="1697074"/>
                  </a:lnTo>
                  <a:lnTo>
                    <a:pt x="193852" y="1686336"/>
                  </a:lnTo>
                  <a:lnTo>
                    <a:pt x="153179" y="1669151"/>
                  </a:lnTo>
                  <a:lnTo>
                    <a:pt x="116037" y="1646102"/>
                  </a:lnTo>
                  <a:lnTo>
                    <a:pt x="83010" y="1617773"/>
                  </a:lnTo>
                  <a:lnTo>
                    <a:pt x="54681" y="1584746"/>
                  </a:lnTo>
                  <a:lnTo>
                    <a:pt x="31632" y="1547604"/>
                  </a:lnTo>
                  <a:lnTo>
                    <a:pt x="14447" y="1506931"/>
                  </a:lnTo>
                  <a:lnTo>
                    <a:pt x="3709" y="1463308"/>
                  </a:lnTo>
                  <a:lnTo>
                    <a:pt x="0" y="1417320"/>
                  </a:lnTo>
                  <a:lnTo>
                    <a:pt x="0" y="283463"/>
                  </a:lnTo>
                  <a:close/>
                </a:path>
              </a:pathLst>
            </a:custGeom>
            <a:ln w="12700">
              <a:solidFill>
                <a:srgbClr val="2296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48384" y="2048081"/>
            <a:ext cx="17786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9F9FB"/>
                </a:solidFill>
                <a:latin typeface="Roboto Cn"/>
                <a:cs typeface="Roboto Cn"/>
              </a:rPr>
              <a:t>Répertoire</a:t>
            </a:r>
            <a:r>
              <a:rPr sz="1400" b="1" spc="200" dirty="0">
                <a:solidFill>
                  <a:srgbClr val="F9F9FB"/>
                </a:solidFill>
                <a:latin typeface="Roboto Cn"/>
                <a:cs typeface="Roboto Cn"/>
              </a:rPr>
              <a:t> </a:t>
            </a:r>
            <a:r>
              <a:rPr sz="1400" b="1" spc="-25" dirty="0">
                <a:solidFill>
                  <a:srgbClr val="F9F9FB"/>
                </a:solidFill>
                <a:latin typeface="Roboto Cn"/>
                <a:cs typeface="Roboto Cn"/>
              </a:rPr>
              <a:t>de</a:t>
            </a:r>
            <a:endParaRPr sz="1400" dirty="0">
              <a:latin typeface="Roboto Cn"/>
              <a:cs typeface="Roboto Cn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solidFill>
                  <a:srgbClr val="F9F9FB"/>
                </a:solidFill>
                <a:latin typeface="Roboto Cn"/>
                <a:cs typeface="Roboto Cn"/>
              </a:rPr>
              <a:t>travail</a:t>
            </a:r>
            <a:endParaRPr sz="1400" dirty="0">
              <a:latin typeface="Roboto Cn"/>
              <a:cs typeface="Roboto C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29985" y="1703577"/>
            <a:ext cx="1791335" cy="876935"/>
            <a:chOff x="5729985" y="1703577"/>
            <a:chExt cx="1791335" cy="876935"/>
          </a:xfrm>
        </p:grpSpPr>
        <p:sp>
          <p:nvSpPr>
            <p:cNvPr id="16" name="object 16"/>
            <p:cNvSpPr/>
            <p:nvPr/>
          </p:nvSpPr>
          <p:spPr>
            <a:xfrm>
              <a:off x="5736335" y="1709927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1634489" y="0"/>
                  </a:moveTo>
                  <a:lnTo>
                    <a:pt x="144017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8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7" y="864108"/>
                  </a:lnTo>
                  <a:lnTo>
                    <a:pt x="1634489" y="864108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8" y="720089"/>
                  </a:lnTo>
                  <a:lnTo>
                    <a:pt x="1778508" y="144018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89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36335" y="1709927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634489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8" y="144018"/>
                  </a:lnTo>
                  <a:lnTo>
                    <a:pt x="1778508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89" y="864108"/>
                  </a:lnTo>
                  <a:lnTo>
                    <a:pt x="144017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8"/>
                  </a:lnTo>
                  <a:close/>
                </a:path>
              </a:pathLst>
            </a:custGeom>
            <a:ln w="12700">
              <a:solidFill>
                <a:srgbClr val="2296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96000" y="1891663"/>
            <a:ext cx="12090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9F9FB"/>
                </a:solidFill>
                <a:latin typeface="Roboto Cn"/>
                <a:cs typeface="Roboto Cn"/>
              </a:rPr>
              <a:t>Staging </a:t>
            </a:r>
            <a:r>
              <a:rPr sz="1400" b="1" spc="-20" dirty="0">
                <a:solidFill>
                  <a:srgbClr val="F9F9FB"/>
                </a:solidFill>
                <a:latin typeface="Roboto Cn"/>
                <a:cs typeface="Roboto Cn"/>
              </a:rPr>
              <a:t>Area</a:t>
            </a:r>
            <a:endParaRPr sz="1400" dirty="0">
              <a:latin typeface="Roboto Cn"/>
              <a:cs typeface="Roboto C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60676" y="2574035"/>
            <a:ext cx="4288790" cy="3179445"/>
            <a:chOff x="2360676" y="2574035"/>
            <a:chExt cx="4288790" cy="3179445"/>
          </a:xfrm>
        </p:grpSpPr>
        <p:sp>
          <p:nvSpPr>
            <p:cNvPr id="20" name="object 20"/>
            <p:cNvSpPr/>
            <p:nvPr/>
          </p:nvSpPr>
          <p:spPr>
            <a:xfrm>
              <a:off x="2379726" y="2593085"/>
              <a:ext cx="4250690" cy="3141345"/>
            </a:xfrm>
            <a:custGeom>
              <a:avLst/>
              <a:gdLst/>
              <a:ahLst/>
              <a:cxnLst/>
              <a:rect l="l" t="t" r="r" b="b"/>
              <a:pathLst>
                <a:path w="4250690" h="3141345">
                  <a:moveTo>
                    <a:pt x="0" y="62484"/>
                  </a:moveTo>
                  <a:lnTo>
                    <a:pt x="0" y="3140913"/>
                  </a:lnTo>
                </a:path>
                <a:path w="4250690" h="3141345">
                  <a:moveTo>
                    <a:pt x="4250435" y="0"/>
                  </a:moveTo>
                  <a:lnTo>
                    <a:pt x="4250435" y="3078429"/>
                  </a:lnTo>
                </a:path>
              </a:pathLst>
            </a:custGeom>
            <a:ln w="38100">
              <a:solidFill>
                <a:srgbClr val="C2D1F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68702" y="4020311"/>
              <a:ext cx="3888740" cy="114300"/>
            </a:xfrm>
            <a:custGeom>
              <a:avLst/>
              <a:gdLst/>
              <a:ahLst/>
              <a:cxnLst/>
              <a:rect l="l" t="t" r="r" b="b"/>
              <a:pathLst>
                <a:path w="3888740" h="114300">
                  <a:moveTo>
                    <a:pt x="3774186" y="0"/>
                  </a:moveTo>
                  <a:lnTo>
                    <a:pt x="3774186" y="114300"/>
                  </a:lnTo>
                  <a:lnTo>
                    <a:pt x="3850386" y="76200"/>
                  </a:lnTo>
                  <a:lnTo>
                    <a:pt x="3793236" y="76200"/>
                  </a:lnTo>
                  <a:lnTo>
                    <a:pt x="3793236" y="38100"/>
                  </a:lnTo>
                  <a:lnTo>
                    <a:pt x="3850386" y="38100"/>
                  </a:lnTo>
                  <a:lnTo>
                    <a:pt x="3774186" y="0"/>
                  </a:lnTo>
                  <a:close/>
                </a:path>
                <a:path w="3888740" h="114300">
                  <a:moveTo>
                    <a:pt x="37741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774186" y="76200"/>
                  </a:lnTo>
                  <a:lnTo>
                    <a:pt x="3774186" y="38100"/>
                  </a:lnTo>
                  <a:close/>
                </a:path>
                <a:path w="3888740" h="114300">
                  <a:moveTo>
                    <a:pt x="3850386" y="38100"/>
                  </a:moveTo>
                  <a:lnTo>
                    <a:pt x="3793236" y="38100"/>
                  </a:lnTo>
                  <a:lnTo>
                    <a:pt x="3793236" y="76200"/>
                  </a:lnTo>
                  <a:lnTo>
                    <a:pt x="3850386" y="76200"/>
                  </a:lnTo>
                  <a:lnTo>
                    <a:pt x="3888486" y="57150"/>
                  </a:lnTo>
                  <a:lnTo>
                    <a:pt x="3850386" y="38100"/>
                  </a:lnTo>
                  <a:close/>
                </a:path>
              </a:pathLst>
            </a:custGeom>
            <a:solidFill>
              <a:srgbClr val="C2D1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604261" y="3306902"/>
            <a:ext cx="38373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Roboto"/>
                <a:cs typeface="Roboto"/>
              </a:rPr>
              <a:t>git</a:t>
            </a:r>
            <a:r>
              <a:rPr sz="2800" spc="-70" dirty="0">
                <a:latin typeface="Roboto"/>
                <a:cs typeface="Roboto"/>
              </a:rPr>
              <a:t> </a:t>
            </a:r>
            <a:r>
              <a:rPr sz="2800" dirty="0">
                <a:latin typeface="Roboto"/>
                <a:cs typeface="Roboto"/>
              </a:rPr>
              <a:t>add</a:t>
            </a:r>
            <a:r>
              <a:rPr sz="2800" spc="-65" dirty="0">
                <a:latin typeface="Roboto"/>
                <a:cs typeface="Roboto"/>
              </a:rPr>
              <a:t> </a:t>
            </a:r>
            <a:r>
              <a:rPr sz="2800" dirty="0">
                <a:latin typeface="Roboto"/>
                <a:cs typeface="Roboto"/>
              </a:rPr>
              <a:t>&lt;nom</a:t>
            </a:r>
            <a:r>
              <a:rPr sz="2800" spc="-50" dirty="0">
                <a:latin typeface="Roboto"/>
                <a:cs typeface="Roboto"/>
              </a:rPr>
              <a:t> </a:t>
            </a:r>
            <a:r>
              <a:rPr sz="2800" dirty="0">
                <a:latin typeface="Roboto"/>
                <a:cs typeface="Roboto"/>
              </a:rPr>
              <a:t>du</a:t>
            </a:r>
            <a:r>
              <a:rPr sz="2800" spc="-80" dirty="0">
                <a:latin typeface="Roboto"/>
                <a:cs typeface="Roboto"/>
              </a:rPr>
              <a:t> </a:t>
            </a:r>
            <a:r>
              <a:rPr sz="2800" spc="-10" dirty="0">
                <a:latin typeface="Roboto"/>
                <a:cs typeface="Roboto"/>
              </a:rPr>
              <a:t>fichier&gt;</a:t>
            </a:r>
            <a:endParaRPr sz="2800" dirty="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13544" y="2289809"/>
            <a:ext cx="231902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9F9FB"/>
                </a:solidFill>
                <a:latin typeface="Roboto Cn"/>
                <a:cs typeface="Roboto Cn"/>
              </a:rPr>
              <a:t>Staging </a:t>
            </a:r>
            <a:r>
              <a:rPr sz="1800" b="1" spc="-20" dirty="0">
                <a:solidFill>
                  <a:srgbClr val="F9F9FB"/>
                </a:solidFill>
                <a:latin typeface="Roboto Cn"/>
                <a:cs typeface="Roboto Cn"/>
              </a:rPr>
              <a:t>Area</a:t>
            </a:r>
            <a:endParaRPr sz="1800">
              <a:latin typeface="Roboto Cn"/>
              <a:cs typeface="Roboto Cn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1800" i="1" spc="-25" dirty="0">
                <a:solidFill>
                  <a:srgbClr val="F9F9FB"/>
                </a:solidFill>
                <a:latin typeface="Roboto"/>
                <a:cs typeface="Roboto"/>
              </a:rPr>
              <a:t>Fichier</a:t>
            </a:r>
            <a:r>
              <a:rPr sz="1800" i="1" spc="-70" dirty="0">
                <a:solidFill>
                  <a:srgbClr val="F9F9FB"/>
                </a:solidFill>
                <a:latin typeface="Roboto"/>
                <a:cs typeface="Roboto"/>
              </a:rPr>
              <a:t> </a:t>
            </a:r>
            <a:r>
              <a:rPr sz="1800" i="1" spc="-20" dirty="0">
                <a:solidFill>
                  <a:srgbClr val="F9F9FB"/>
                </a:solidFill>
                <a:latin typeface="Roboto"/>
                <a:cs typeface="Roboto"/>
              </a:rPr>
              <a:t>1.js</a:t>
            </a:r>
            <a:endParaRPr sz="1800">
              <a:latin typeface="Roboto"/>
              <a:cs typeface="Roboto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1800" i="1" spc="-25" dirty="0">
                <a:solidFill>
                  <a:srgbClr val="F9F9FB"/>
                </a:solidFill>
                <a:latin typeface="Roboto"/>
                <a:cs typeface="Roboto"/>
              </a:rPr>
              <a:t>Fichier</a:t>
            </a:r>
            <a:r>
              <a:rPr sz="1800" i="1" spc="-70" dirty="0">
                <a:solidFill>
                  <a:srgbClr val="F9F9FB"/>
                </a:solidFill>
                <a:latin typeface="Roboto"/>
                <a:cs typeface="Roboto"/>
              </a:rPr>
              <a:t> </a:t>
            </a:r>
            <a:r>
              <a:rPr sz="1800" i="1" spc="-10" dirty="0">
                <a:solidFill>
                  <a:srgbClr val="F9F9FB"/>
                </a:solidFill>
                <a:latin typeface="Roboto"/>
                <a:cs typeface="Roboto"/>
              </a:rPr>
              <a:t>2.json</a:t>
            </a:r>
            <a:endParaRPr sz="1800">
              <a:latin typeface="Roboto"/>
              <a:cs typeface="Roboto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1800" i="1" spc="-20" dirty="0">
                <a:solidFill>
                  <a:srgbClr val="F9F9FB"/>
                </a:solidFill>
                <a:latin typeface="Roboto"/>
                <a:cs typeface="Roboto"/>
              </a:rPr>
              <a:t>AAHAHAHAH.jpeg</a:t>
            </a:r>
            <a:endParaRPr sz="1800">
              <a:latin typeface="Roboto"/>
              <a:cs typeface="Roboto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1800" i="1" spc="-10" dirty="0">
                <a:solidFill>
                  <a:srgbClr val="F9F9FB"/>
                </a:solidFill>
                <a:latin typeface="Roboto"/>
                <a:cs typeface="Roboto"/>
              </a:rPr>
              <a:t>Avengers.mp4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568701" y="3156204"/>
            <a:ext cx="3888740" cy="114300"/>
          </a:xfrm>
          <a:custGeom>
            <a:avLst/>
            <a:gdLst/>
            <a:ahLst/>
            <a:cxnLst/>
            <a:rect l="l" t="t" r="r" b="b"/>
            <a:pathLst>
              <a:path w="3888740" h="114300">
                <a:moveTo>
                  <a:pt x="3774186" y="0"/>
                </a:moveTo>
                <a:lnTo>
                  <a:pt x="3774186" y="114300"/>
                </a:lnTo>
                <a:lnTo>
                  <a:pt x="3850386" y="76200"/>
                </a:lnTo>
                <a:lnTo>
                  <a:pt x="3793236" y="76200"/>
                </a:lnTo>
                <a:lnTo>
                  <a:pt x="3793236" y="38100"/>
                </a:lnTo>
                <a:lnTo>
                  <a:pt x="3850386" y="38100"/>
                </a:lnTo>
                <a:lnTo>
                  <a:pt x="3774186" y="0"/>
                </a:lnTo>
                <a:close/>
              </a:path>
              <a:path w="3888740" h="114300">
                <a:moveTo>
                  <a:pt x="377418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4186" y="76200"/>
                </a:lnTo>
                <a:lnTo>
                  <a:pt x="3774186" y="38100"/>
                </a:lnTo>
                <a:close/>
              </a:path>
              <a:path w="3888740" h="114300">
                <a:moveTo>
                  <a:pt x="3850386" y="38100"/>
                </a:moveTo>
                <a:lnTo>
                  <a:pt x="3793236" y="38100"/>
                </a:lnTo>
                <a:lnTo>
                  <a:pt x="3793236" y="76200"/>
                </a:lnTo>
                <a:lnTo>
                  <a:pt x="3850386" y="76200"/>
                </a:lnTo>
                <a:lnTo>
                  <a:pt x="3888486" y="57150"/>
                </a:lnTo>
                <a:lnTo>
                  <a:pt x="3850386" y="38100"/>
                </a:lnTo>
                <a:close/>
              </a:path>
            </a:pathLst>
          </a:custGeom>
          <a:solidFill>
            <a:srgbClr val="C2D1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588514" y="4208729"/>
            <a:ext cx="36753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Roboto"/>
                <a:cs typeface="Roboto"/>
              </a:rPr>
              <a:t>git</a:t>
            </a:r>
            <a:r>
              <a:rPr sz="2800" spc="-65" dirty="0">
                <a:latin typeface="Roboto"/>
                <a:cs typeface="Roboto"/>
              </a:rPr>
              <a:t> </a:t>
            </a:r>
            <a:r>
              <a:rPr sz="2800" dirty="0">
                <a:latin typeface="Roboto"/>
                <a:cs typeface="Roboto"/>
              </a:rPr>
              <a:t>rm</a:t>
            </a:r>
            <a:r>
              <a:rPr sz="2800" spc="-60" dirty="0">
                <a:latin typeface="Roboto"/>
                <a:cs typeface="Roboto"/>
              </a:rPr>
              <a:t> </a:t>
            </a:r>
            <a:r>
              <a:rPr sz="2800" dirty="0">
                <a:latin typeface="Roboto"/>
                <a:cs typeface="Roboto"/>
              </a:rPr>
              <a:t>&lt;nom</a:t>
            </a:r>
            <a:r>
              <a:rPr sz="2800" spc="-65" dirty="0">
                <a:latin typeface="Roboto"/>
                <a:cs typeface="Roboto"/>
              </a:rPr>
              <a:t> </a:t>
            </a:r>
            <a:r>
              <a:rPr sz="2800" dirty="0">
                <a:latin typeface="Roboto"/>
                <a:cs typeface="Roboto"/>
              </a:rPr>
              <a:t>du</a:t>
            </a:r>
            <a:r>
              <a:rPr sz="2800" spc="-70" dirty="0">
                <a:latin typeface="Roboto"/>
                <a:cs typeface="Roboto"/>
              </a:rPr>
              <a:t> </a:t>
            </a:r>
            <a:r>
              <a:rPr sz="2800" spc="-10" dirty="0">
                <a:latin typeface="Roboto"/>
                <a:cs typeface="Roboto"/>
              </a:rPr>
              <a:t>fichier&gt;</a:t>
            </a:r>
            <a:endParaRPr sz="2800" dirty="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51950" y="5424253"/>
            <a:ext cx="1936114" cy="6610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305"/>
              </a:spcBef>
            </a:pPr>
            <a:r>
              <a:rPr sz="1800" b="1" spc="-50" dirty="0">
                <a:solidFill>
                  <a:srgbClr val="F9F9FB"/>
                </a:solidFill>
                <a:latin typeface="Roboto Bk"/>
                <a:cs typeface="Roboto Bk"/>
              </a:rPr>
              <a:t>bc4593e0d2</a:t>
            </a:r>
            <a:endParaRPr sz="18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000" dirty="0">
                <a:solidFill>
                  <a:srgbClr val="F9F9FB"/>
                </a:solidFill>
                <a:latin typeface="Roboto"/>
                <a:cs typeface="Roboto"/>
              </a:rPr>
              <a:t>«</a:t>
            </a:r>
            <a:r>
              <a:rPr sz="2000" spc="-60" dirty="0">
                <a:solidFill>
                  <a:srgbClr val="F9F9FB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F9F9FB"/>
                </a:solidFill>
                <a:latin typeface="Roboto"/>
                <a:cs typeface="Roboto"/>
              </a:rPr>
              <a:t>Initial</a:t>
            </a:r>
            <a:r>
              <a:rPr sz="2000" spc="-60" dirty="0">
                <a:solidFill>
                  <a:srgbClr val="F9F9FB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F9F9FB"/>
                </a:solidFill>
                <a:latin typeface="Roboto"/>
                <a:cs typeface="Roboto"/>
              </a:rPr>
              <a:t>commit</a:t>
            </a:r>
            <a:r>
              <a:rPr sz="2000" spc="-70" dirty="0">
                <a:solidFill>
                  <a:srgbClr val="F9F9FB"/>
                </a:solidFill>
                <a:latin typeface="Roboto"/>
                <a:cs typeface="Roboto"/>
              </a:rPr>
              <a:t> </a:t>
            </a:r>
            <a:r>
              <a:rPr sz="2000" spc="-50" dirty="0">
                <a:solidFill>
                  <a:srgbClr val="F9F9FB"/>
                </a:solidFill>
                <a:latin typeface="Roboto"/>
                <a:cs typeface="Roboto"/>
              </a:rPr>
              <a:t>»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Commit</a:t>
            </a:r>
            <a:r>
              <a:rPr spc="45" dirty="0"/>
              <a:t> </a:t>
            </a:r>
            <a:r>
              <a:rPr spc="55" dirty="0"/>
              <a:t>les</a:t>
            </a:r>
            <a:r>
              <a:rPr spc="40" dirty="0"/>
              <a:t> </a:t>
            </a:r>
            <a:r>
              <a:rPr spc="-10" dirty="0"/>
              <a:t>changements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49474" y="1830514"/>
            <a:ext cx="469265" cy="3992879"/>
            <a:chOff x="8749474" y="1830514"/>
            <a:chExt cx="469265" cy="3992879"/>
          </a:xfrm>
        </p:grpSpPr>
        <p:sp>
          <p:nvSpPr>
            <p:cNvPr id="4" name="object 4"/>
            <p:cNvSpPr/>
            <p:nvPr/>
          </p:nvSpPr>
          <p:spPr>
            <a:xfrm>
              <a:off x="8763761" y="54277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1000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63761" y="54277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23198" y="1844801"/>
              <a:ext cx="381000" cy="3583940"/>
            </a:xfrm>
            <a:custGeom>
              <a:avLst/>
              <a:gdLst/>
              <a:ahLst/>
              <a:cxnLst/>
              <a:rect l="l" t="t" r="r" b="b"/>
              <a:pathLst>
                <a:path w="381000" h="3583940">
                  <a:moveTo>
                    <a:pt x="216662" y="465836"/>
                  </a:moveTo>
                  <a:lnTo>
                    <a:pt x="209372" y="450723"/>
                  </a:lnTo>
                  <a:lnTo>
                    <a:pt x="175006" y="379476"/>
                  </a:lnTo>
                  <a:lnTo>
                    <a:pt x="130937" y="464566"/>
                  </a:lnTo>
                  <a:lnTo>
                    <a:pt x="159562" y="464997"/>
                  </a:lnTo>
                  <a:lnTo>
                    <a:pt x="159753" y="451104"/>
                  </a:lnTo>
                  <a:lnTo>
                    <a:pt x="159575" y="464566"/>
                  </a:lnTo>
                  <a:lnTo>
                    <a:pt x="159562" y="464997"/>
                  </a:lnTo>
                  <a:lnTo>
                    <a:pt x="116713" y="3583178"/>
                  </a:lnTo>
                  <a:lnTo>
                    <a:pt x="145288" y="3583559"/>
                  </a:lnTo>
                  <a:lnTo>
                    <a:pt x="188137" y="465836"/>
                  </a:lnTo>
                  <a:lnTo>
                    <a:pt x="188137" y="465416"/>
                  </a:lnTo>
                  <a:lnTo>
                    <a:pt x="188341" y="451104"/>
                  </a:lnTo>
                  <a:lnTo>
                    <a:pt x="188150" y="464566"/>
                  </a:lnTo>
                  <a:lnTo>
                    <a:pt x="188137" y="465416"/>
                  </a:lnTo>
                  <a:lnTo>
                    <a:pt x="216662" y="465836"/>
                  </a:lnTo>
                  <a:close/>
                </a:path>
                <a:path w="381000" h="3583940">
                  <a:moveTo>
                    <a:pt x="381000" y="190500"/>
                  </a:moveTo>
                  <a:lnTo>
                    <a:pt x="375958" y="146837"/>
                  </a:lnTo>
                  <a:lnTo>
                    <a:pt x="361619" y="106756"/>
                  </a:lnTo>
                  <a:lnTo>
                    <a:pt x="339128" y="71386"/>
                  </a:lnTo>
                  <a:lnTo>
                    <a:pt x="309613" y="41871"/>
                  </a:lnTo>
                  <a:lnTo>
                    <a:pt x="274243" y="19380"/>
                  </a:lnTo>
                  <a:lnTo>
                    <a:pt x="234162" y="5041"/>
                  </a:lnTo>
                  <a:lnTo>
                    <a:pt x="190500" y="0"/>
                  </a:lnTo>
                  <a:lnTo>
                    <a:pt x="146824" y="5041"/>
                  </a:lnTo>
                  <a:lnTo>
                    <a:pt x="106743" y="19380"/>
                  </a:lnTo>
                  <a:lnTo>
                    <a:pt x="71374" y="41871"/>
                  </a:lnTo>
                  <a:lnTo>
                    <a:pt x="41859" y="71386"/>
                  </a:lnTo>
                  <a:lnTo>
                    <a:pt x="19367" y="106756"/>
                  </a:lnTo>
                  <a:lnTo>
                    <a:pt x="5029" y="146837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56"/>
                  </a:lnTo>
                  <a:lnTo>
                    <a:pt x="41859" y="309626"/>
                  </a:lnTo>
                  <a:lnTo>
                    <a:pt x="71374" y="339140"/>
                  </a:lnTo>
                  <a:lnTo>
                    <a:pt x="106743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62" y="375970"/>
                  </a:lnTo>
                  <a:lnTo>
                    <a:pt x="274243" y="361632"/>
                  </a:lnTo>
                  <a:lnTo>
                    <a:pt x="309613" y="339140"/>
                  </a:lnTo>
                  <a:lnTo>
                    <a:pt x="339128" y="309626"/>
                  </a:lnTo>
                  <a:lnTo>
                    <a:pt x="361619" y="274256"/>
                  </a:lnTo>
                  <a:lnTo>
                    <a:pt x="375958" y="234175"/>
                  </a:lnTo>
                  <a:lnTo>
                    <a:pt x="381000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23197" y="184480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88947" y="1790700"/>
            <a:ext cx="1778635" cy="864235"/>
            <a:chOff x="1488947" y="1790700"/>
            <a:chExt cx="1778635" cy="864235"/>
          </a:xfrm>
        </p:grpSpPr>
        <p:sp>
          <p:nvSpPr>
            <p:cNvPr id="9" name="object 9"/>
            <p:cNvSpPr/>
            <p:nvPr/>
          </p:nvSpPr>
          <p:spPr>
            <a:xfrm>
              <a:off x="1488947" y="1790700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5" h="864235">
                  <a:moveTo>
                    <a:pt x="1634489" y="0"/>
                  </a:moveTo>
                  <a:lnTo>
                    <a:pt x="144018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8" y="864108"/>
                  </a:lnTo>
                  <a:lnTo>
                    <a:pt x="1634489" y="864108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7" y="720089"/>
                  </a:lnTo>
                  <a:lnTo>
                    <a:pt x="1778507" y="144017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89" y="0"/>
                  </a:lnTo>
                  <a:close/>
                </a:path>
              </a:pathLst>
            </a:custGeom>
            <a:solidFill>
              <a:srgbClr val="6D8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88947" y="1790700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5" h="864235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634489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7" y="144017"/>
                  </a:lnTo>
                  <a:lnTo>
                    <a:pt x="1778507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89" y="864108"/>
                  </a:lnTo>
                  <a:lnTo>
                    <a:pt x="144018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4F5F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88947" y="1790700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5" h="864235">
                  <a:moveTo>
                    <a:pt x="1634489" y="0"/>
                  </a:moveTo>
                  <a:lnTo>
                    <a:pt x="144018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8" y="864108"/>
                  </a:lnTo>
                  <a:lnTo>
                    <a:pt x="1634489" y="864108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7" y="720089"/>
                  </a:lnTo>
                  <a:lnTo>
                    <a:pt x="1778507" y="144017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89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88947" y="1790700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5" h="864235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634489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7" y="144017"/>
                  </a:lnTo>
                  <a:lnTo>
                    <a:pt x="1778507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89" y="864108"/>
                  </a:lnTo>
                  <a:lnTo>
                    <a:pt x="144018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2296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30933" y="2103451"/>
            <a:ext cx="33573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b="1" dirty="0" err="1">
                <a:solidFill>
                  <a:schemeClr val="bg1"/>
                </a:solidFill>
                <a:latin typeface="Roboto Cn"/>
              </a:rPr>
              <a:t>Staging</a:t>
            </a:r>
            <a:r>
              <a:rPr lang="fr-FR" b="1" dirty="0">
                <a:solidFill>
                  <a:schemeClr val="bg1"/>
                </a:solidFill>
                <a:latin typeface="Roboto Cn"/>
              </a:rPr>
              <a:t> Area</a:t>
            </a:r>
            <a:endParaRPr b="1" dirty="0">
              <a:solidFill>
                <a:schemeClr val="bg1"/>
              </a:solidFill>
              <a:latin typeface="Roboto C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60676" y="1703577"/>
            <a:ext cx="5160645" cy="4030979"/>
            <a:chOff x="2360676" y="1703577"/>
            <a:chExt cx="5160645" cy="4030979"/>
          </a:xfrm>
        </p:grpSpPr>
        <p:sp>
          <p:nvSpPr>
            <p:cNvPr id="15" name="object 15"/>
            <p:cNvSpPr/>
            <p:nvPr/>
          </p:nvSpPr>
          <p:spPr>
            <a:xfrm>
              <a:off x="2379726" y="2593086"/>
              <a:ext cx="4250690" cy="3141345"/>
            </a:xfrm>
            <a:custGeom>
              <a:avLst/>
              <a:gdLst/>
              <a:ahLst/>
              <a:cxnLst/>
              <a:rect l="l" t="t" r="r" b="b"/>
              <a:pathLst>
                <a:path w="4250690" h="3141345">
                  <a:moveTo>
                    <a:pt x="0" y="62484"/>
                  </a:moveTo>
                  <a:lnTo>
                    <a:pt x="0" y="3140913"/>
                  </a:lnTo>
                </a:path>
                <a:path w="4250690" h="3141345">
                  <a:moveTo>
                    <a:pt x="4250435" y="0"/>
                  </a:moveTo>
                  <a:lnTo>
                    <a:pt x="4250435" y="3078429"/>
                  </a:lnTo>
                </a:path>
              </a:pathLst>
            </a:custGeom>
            <a:ln w="38100">
              <a:solidFill>
                <a:srgbClr val="C2D1F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68702" y="4020311"/>
              <a:ext cx="3888740" cy="114300"/>
            </a:xfrm>
            <a:custGeom>
              <a:avLst/>
              <a:gdLst/>
              <a:ahLst/>
              <a:cxnLst/>
              <a:rect l="l" t="t" r="r" b="b"/>
              <a:pathLst>
                <a:path w="3888740" h="114300">
                  <a:moveTo>
                    <a:pt x="3774186" y="0"/>
                  </a:moveTo>
                  <a:lnTo>
                    <a:pt x="3774186" y="114300"/>
                  </a:lnTo>
                  <a:lnTo>
                    <a:pt x="3850386" y="76200"/>
                  </a:lnTo>
                  <a:lnTo>
                    <a:pt x="3793236" y="76200"/>
                  </a:lnTo>
                  <a:lnTo>
                    <a:pt x="3793236" y="38100"/>
                  </a:lnTo>
                  <a:lnTo>
                    <a:pt x="3850386" y="38100"/>
                  </a:lnTo>
                  <a:lnTo>
                    <a:pt x="3774186" y="0"/>
                  </a:lnTo>
                  <a:close/>
                </a:path>
                <a:path w="3888740" h="114300">
                  <a:moveTo>
                    <a:pt x="377418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774186" y="76200"/>
                  </a:lnTo>
                  <a:lnTo>
                    <a:pt x="3774186" y="38100"/>
                  </a:lnTo>
                  <a:close/>
                </a:path>
                <a:path w="3888740" h="114300">
                  <a:moveTo>
                    <a:pt x="3850386" y="38100"/>
                  </a:moveTo>
                  <a:lnTo>
                    <a:pt x="3793236" y="38100"/>
                  </a:lnTo>
                  <a:lnTo>
                    <a:pt x="3793236" y="76200"/>
                  </a:lnTo>
                  <a:lnTo>
                    <a:pt x="3850386" y="76200"/>
                  </a:lnTo>
                  <a:lnTo>
                    <a:pt x="3888486" y="57150"/>
                  </a:lnTo>
                  <a:lnTo>
                    <a:pt x="3850386" y="38100"/>
                  </a:lnTo>
                  <a:close/>
                </a:path>
              </a:pathLst>
            </a:custGeom>
            <a:solidFill>
              <a:srgbClr val="C2D1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36335" y="1709927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1634489" y="0"/>
                  </a:moveTo>
                  <a:lnTo>
                    <a:pt x="144017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8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7" y="864108"/>
                  </a:lnTo>
                  <a:lnTo>
                    <a:pt x="1634489" y="864108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8" y="720089"/>
                  </a:lnTo>
                  <a:lnTo>
                    <a:pt x="1778508" y="144018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89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36335" y="1709927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634489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8" y="144018"/>
                  </a:lnTo>
                  <a:lnTo>
                    <a:pt x="1778508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89" y="864108"/>
                  </a:lnTo>
                  <a:lnTo>
                    <a:pt x="144017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8"/>
                  </a:lnTo>
                  <a:close/>
                </a:path>
              </a:pathLst>
            </a:custGeom>
            <a:ln w="12700">
              <a:solidFill>
                <a:srgbClr val="8E99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537586" y="4210888"/>
            <a:ext cx="394398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Roboto"/>
                <a:cs typeface="Roboto"/>
              </a:rPr>
              <a:t>git</a:t>
            </a:r>
            <a:r>
              <a:rPr sz="2800" spc="-55" dirty="0">
                <a:latin typeface="Roboto"/>
                <a:cs typeface="Roboto"/>
              </a:rPr>
              <a:t> </a:t>
            </a:r>
            <a:r>
              <a:rPr sz="2800" dirty="0">
                <a:latin typeface="Roboto"/>
                <a:cs typeface="Roboto"/>
              </a:rPr>
              <a:t>commit</a:t>
            </a:r>
            <a:r>
              <a:rPr sz="2800" spc="-45" dirty="0">
                <a:latin typeface="Roboto"/>
                <a:cs typeface="Roboto"/>
              </a:rPr>
              <a:t> </a:t>
            </a:r>
            <a:r>
              <a:rPr sz="2800" spc="-505" dirty="0">
                <a:latin typeface="Roboto"/>
                <a:cs typeface="Roboto"/>
              </a:rPr>
              <a:t>-</a:t>
            </a:r>
            <a:r>
              <a:rPr sz="2800" dirty="0">
                <a:latin typeface="Roboto"/>
                <a:cs typeface="Roboto"/>
              </a:rPr>
              <a:t>m</a:t>
            </a:r>
            <a:r>
              <a:rPr sz="2800" spc="-50" dirty="0">
                <a:latin typeface="Roboto"/>
                <a:cs typeface="Roboto"/>
              </a:rPr>
              <a:t> </a:t>
            </a:r>
            <a:r>
              <a:rPr sz="2800" spc="-10" dirty="0">
                <a:latin typeface="Roboto"/>
                <a:cs typeface="Roboto"/>
              </a:rPr>
              <a:t>&lt;message </a:t>
            </a:r>
            <a:r>
              <a:rPr sz="2800" dirty="0">
                <a:latin typeface="Roboto"/>
                <a:cs typeface="Roboto"/>
              </a:rPr>
              <a:t>du</a:t>
            </a:r>
            <a:r>
              <a:rPr sz="2800" spc="-75" dirty="0">
                <a:latin typeface="Roboto"/>
                <a:cs typeface="Roboto"/>
              </a:rPr>
              <a:t> </a:t>
            </a:r>
            <a:r>
              <a:rPr sz="2800" spc="-10" dirty="0">
                <a:latin typeface="Roboto"/>
                <a:cs typeface="Roboto"/>
              </a:rPr>
              <a:t>commit&gt;</a:t>
            </a:r>
            <a:endParaRPr sz="2800" dirty="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80861" y="2029534"/>
            <a:ext cx="148958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F5F5F"/>
                </a:solidFill>
                <a:latin typeface="Roboto Cn"/>
                <a:cs typeface="Roboto Cn"/>
              </a:rPr>
              <a:t>Local</a:t>
            </a:r>
            <a:r>
              <a:rPr sz="1800" b="1" spc="-5" dirty="0">
                <a:solidFill>
                  <a:srgbClr val="5F5F5F"/>
                </a:solidFill>
                <a:latin typeface="Roboto Cn"/>
                <a:cs typeface="Roboto Cn"/>
              </a:rPr>
              <a:t> </a:t>
            </a:r>
            <a:r>
              <a:rPr sz="1800" b="1" spc="-20" dirty="0">
                <a:solidFill>
                  <a:srgbClr val="5F5F5F"/>
                </a:solidFill>
                <a:latin typeface="Roboto Cn"/>
                <a:cs typeface="Roboto Cn"/>
              </a:rPr>
              <a:t>Repo</a:t>
            </a:r>
            <a:endParaRPr sz="1800" dirty="0">
              <a:latin typeface="Roboto Cn"/>
              <a:cs typeface="Roboto C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88271" y="1820202"/>
            <a:ext cx="2176780" cy="10318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800" b="1" spc="-45" dirty="0">
                <a:latin typeface="Roboto Bk"/>
                <a:cs typeface="Roboto Bk"/>
              </a:rPr>
              <a:t>1d0c3f4f67a</a:t>
            </a:r>
            <a:endParaRPr sz="1800" dirty="0">
              <a:latin typeface="Roboto Bk"/>
              <a:cs typeface="Roboto Bk"/>
            </a:endParaRPr>
          </a:p>
          <a:p>
            <a:pPr marL="21590" marR="508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Roboto"/>
                <a:cs typeface="Roboto"/>
              </a:rPr>
              <a:t>«</a:t>
            </a:r>
            <a:r>
              <a:rPr sz="2000" spc="-15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Added</a:t>
            </a:r>
            <a:r>
              <a:rPr sz="2000" spc="-30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new</a:t>
            </a:r>
            <a:r>
              <a:rPr sz="2000" spc="-35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file</a:t>
            </a:r>
            <a:r>
              <a:rPr sz="2000" spc="-15" dirty="0">
                <a:latin typeface="Roboto"/>
                <a:cs typeface="Roboto"/>
              </a:rPr>
              <a:t> </a:t>
            </a:r>
            <a:r>
              <a:rPr sz="2000" spc="-25" dirty="0">
                <a:latin typeface="Roboto"/>
                <a:cs typeface="Roboto"/>
              </a:rPr>
              <a:t>to </a:t>
            </a:r>
            <a:r>
              <a:rPr sz="2000" dirty="0">
                <a:latin typeface="Roboto"/>
                <a:cs typeface="Roboto"/>
              </a:rPr>
              <a:t>do</a:t>
            </a:r>
            <a:r>
              <a:rPr sz="2000" spc="-30" dirty="0">
                <a:latin typeface="Roboto"/>
                <a:cs typeface="Roboto"/>
              </a:rPr>
              <a:t> </a:t>
            </a:r>
            <a:r>
              <a:rPr sz="2000" spc="-20" dirty="0">
                <a:latin typeface="Roboto"/>
                <a:cs typeface="Roboto"/>
              </a:rPr>
              <a:t>something</a:t>
            </a:r>
            <a:r>
              <a:rPr sz="2000" spc="-45" dirty="0">
                <a:latin typeface="Roboto"/>
                <a:cs typeface="Roboto"/>
              </a:rPr>
              <a:t> </a:t>
            </a:r>
            <a:r>
              <a:rPr sz="2000" spc="-50" dirty="0">
                <a:latin typeface="Roboto"/>
                <a:cs typeface="Roboto"/>
              </a:rPr>
              <a:t>»</a:t>
            </a:r>
            <a:endParaRPr sz="2000" dirty="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51950" y="5424253"/>
            <a:ext cx="1936114" cy="6610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305"/>
              </a:spcBef>
            </a:pPr>
            <a:r>
              <a:rPr sz="1800" b="1" spc="-50" dirty="0">
                <a:latin typeface="Roboto Bk"/>
                <a:cs typeface="Roboto Bk"/>
              </a:rPr>
              <a:t>bc4593e0d2</a:t>
            </a:r>
            <a:endParaRPr sz="18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000" dirty="0">
                <a:latin typeface="Roboto"/>
                <a:cs typeface="Roboto"/>
              </a:rPr>
              <a:t>«</a:t>
            </a:r>
            <a:r>
              <a:rPr sz="2000" spc="-60" dirty="0">
                <a:latin typeface="Roboto"/>
                <a:cs typeface="Roboto"/>
              </a:rPr>
              <a:t> </a:t>
            </a:r>
            <a:r>
              <a:rPr sz="2000" spc="-10" dirty="0">
                <a:latin typeface="Roboto"/>
                <a:cs typeface="Roboto"/>
              </a:rPr>
              <a:t>Initial</a:t>
            </a:r>
            <a:r>
              <a:rPr sz="2000" spc="-60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commit</a:t>
            </a:r>
            <a:r>
              <a:rPr sz="2000" spc="-70" dirty="0">
                <a:latin typeface="Roboto"/>
                <a:cs typeface="Roboto"/>
              </a:rPr>
              <a:t> </a:t>
            </a:r>
            <a:r>
              <a:rPr sz="2000" spc="-50" dirty="0">
                <a:latin typeface="Roboto"/>
                <a:cs typeface="Roboto"/>
              </a:rPr>
              <a:t>»</a:t>
            </a:r>
            <a:endParaRPr sz="20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15544"/>
            <a:ext cx="8804275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Publier</a:t>
            </a:r>
            <a:r>
              <a:rPr spc="130" dirty="0"/>
              <a:t> </a:t>
            </a:r>
            <a:r>
              <a:rPr dirty="0"/>
              <a:t>et</a:t>
            </a:r>
            <a:r>
              <a:rPr spc="150" dirty="0"/>
              <a:t> </a:t>
            </a:r>
            <a:r>
              <a:rPr spc="50" dirty="0"/>
              <a:t>récupérer</a:t>
            </a:r>
            <a:r>
              <a:rPr spc="125" dirty="0"/>
              <a:t> </a:t>
            </a:r>
            <a:r>
              <a:rPr spc="60" dirty="0"/>
              <a:t>les</a:t>
            </a:r>
            <a:r>
              <a:rPr spc="135" dirty="0"/>
              <a:t> </a:t>
            </a:r>
            <a:r>
              <a:rPr dirty="0"/>
              <a:t>changements</a:t>
            </a:r>
            <a:r>
              <a:rPr spc="105" dirty="0"/>
              <a:t> </a:t>
            </a:r>
            <a:r>
              <a:rPr spc="-50" dirty="0"/>
              <a:t>à </a:t>
            </a:r>
            <a:r>
              <a:rPr spc="-10" dirty="0"/>
              <a:t>distance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49474" y="1793938"/>
            <a:ext cx="458470" cy="4029075"/>
            <a:chOff x="8749474" y="1793938"/>
            <a:chExt cx="458470" cy="4029075"/>
          </a:xfrm>
        </p:grpSpPr>
        <p:sp>
          <p:nvSpPr>
            <p:cNvPr id="4" name="object 4"/>
            <p:cNvSpPr/>
            <p:nvPr/>
          </p:nvSpPr>
          <p:spPr>
            <a:xfrm>
              <a:off x="8763761" y="54277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1000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63761" y="54277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12530" y="1808225"/>
              <a:ext cx="381000" cy="3620135"/>
            </a:xfrm>
            <a:custGeom>
              <a:avLst/>
              <a:gdLst/>
              <a:ahLst/>
              <a:cxnLst/>
              <a:rect l="l" t="t" r="r" b="b"/>
              <a:pathLst>
                <a:path w="381000" h="3620135">
                  <a:moveTo>
                    <a:pt x="227330" y="502412"/>
                  </a:moveTo>
                  <a:lnTo>
                    <a:pt x="220040" y="487299"/>
                  </a:lnTo>
                  <a:lnTo>
                    <a:pt x="185674" y="416052"/>
                  </a:lnTo>
                  <a:lnTo>
                    <a:pt x="141605" y="501142"/>
                  </a:lnTo>
                  <a:lnTo>
                    <a:pt x="170230" y="501573"/>
                  </a:lnTo>
                  <a:lnTo>
                    <a:pt x="170421" y="487680"/>
                  </a:lnTo>
                  <a:lnTo>
                    <a:pt x="170243" y="501142"/>
                  </a:lnTo>
                  <a:lnTo>
                    <a:pt x="170230" y="501573"/>
                  </a:lnTo>
                  <a:lnTo>
                    <a:pt x="127381" y="3619754"/>
                  </a:lnTo>
                  <a:lnTo>
                    <a:pt x="155956" y="3620135"/>
                  </a:lnTo>
                  <a:lnTo>
                    <a:pt x="198805" y="502412"/>
                  </a:lnTo>
                  <a:lnTo>
                    <a:pt x="198805" y="501992"/>
                  </a:lnTo>
                  <a:lnTo>
                    <a:pt x="199009" y="487680"/>
                  </a:lnTo>
                  <a:lnTo>
                    <a:pt x="198818" y="501142"/>
                  </a:lnTo>
                  <a:lnTo>
                    <a:pt x="198805" y="501992"/>
                  </a:lnTo>
                  <a:lnTo>
                    <a:pt x="227330" y="502412"/>
                  </a:lnTo>
                  <a:close/>
                </a:path>
                <a:path w="381000" h="3620135">
                  <a:moveTo>
                    <a:pt x="381000" y="190500"/>
                  </a:moveTo>
                  <a:lnTo>
                    <a:pt x="375958" y="146837"/>
                  </a:lnTo>
                  <a:lnTo>
                    <a:pt x="361619" y="106756"/>
                  </a:lnTo>
                  <a:lnTo>
                    <a:pt x="339128" y="71386"/>
                  </a:lnTo>
                  <a:lnTo>
                    <a:pt x="309613" y="41871"/>
                  </a:lnTo>
                  <a:lnTo>
                    <a:pt x="274243" y="19380"/>
                  </a:lnTo>
                  <a:lnTo>
                    <a:pt x="234162" y="5041"/>
                  </a:lnTo>
                  <a:lnTo>
                    <a:pt x="190500" y="0"/>
                  </a:lnTo>
                  <a:lnTo>
                    <a:pt x="146824" y="5041"/>
                  </a:lnTo>
                  <a:lnTo>
                    <a:pt x="106743" y="19380"/>
                  </a:lnTo>
                  <a:lnTo>
                    <a:pt x="71374" y="41871"/>
                  </a:lnTo>
                  <a:lnTo>
                    <a:pt x="41859" y="71386"/>
                  </a:lnTo>
                  <a:lnTo>
                    <a:pt x="19367" y="106756"/>
                  </a:lnTo>
                  <a:lnTo>
                    <a:pt x="5029" y="146837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56"/>
                  </a:lnTo>
                  <a:lnTo>
                    <a:pt x="41859" y="309626"/>
                  </a:lnTo>
                  <a:lnTo>
                    <a:pt x="71374" y="339140"/>
                  </a:lnTo>
                  <a:lnTo>
                    <a:pt x="106743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62" y="375970"/>
                  </a:lnTo>
                  <a:lnTo>
                    <a:pt x="274243" y="361632"/>
                  </a:lnTo>
                  <a:lnTo>
                    <a:pt x="309613" y="339140"/>
                  </a:lnTo>
                  <a:lnTo>
                    <a:pt x="339128" y="309626"/>
                  </a:lnTo>
                  <a:lnTo>
                    <a:pt x="361619" y="274256"/>
                  </a:lnTo>
                  <a:lnTo>
                    <a:pt x="375958" y="234175"/>
                  </a:lnTo>
                  <a:lnTo>
                    <a:pt x="381000" y="19050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12529" y="18082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568701" y="4020311"/>
            <a:ext cx="3888740" cy="114300"/>
          </a:xfrm>
          <a:custGeom>
            <a:avLst/>
            <a:gdLst/>
            <a:ahLst/>
            <a:cxnLst/>
            <a:rect l="l" t="t" r="r" b="b"/>
            <a:pathLst>
              <a:path w="3888740" h="114300">
                <a:moveTo>
                  <a:pt x="3774186" y="0"/>
                </a:moveTo>
                <a:lnTo>
                  <a:pt x="3774186" y="114300"/>
                </a:lnTo>
                <a:lnTo>
                  <a:pt x="3850386" y="76200"/>
                </a:lnTo>
                <a:lnTo>
                  <a:pt x="3793236" y="76200"/>
                </a:lnTo>
                <a:lnTo>
                  <a:pt x="3793236" y="38100"/>
                </a:lnTo>
                <a:lnTo>
                  <a:pt x="3850386" y="38100"/>
                </a:lnTo>
                <a:lnTo>
                  <a:pt x="3774186" y="0"/>
                </a:lnTo>
                <a:close/>
              </a:path>
              <a:path w="3888740" h="114300">
                <a:moveTo>
                  <a:pt x="377418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4186" y="76200"/>
                </a:lnTo>
                <a:lnTo>
                  <a:pt x="3774186" y="38100"/>
                </a:lnTo>
                <a:close/>
              </a:path>
              <a:path w="3888740" h="114300">
                <a:moveTo>
                  <a:pt x="3850386" y="38100"/>
                </a:moveTo>
                <a:lnTo>
                  <a:pt x="3793236" y="38100"/>
                </a:lnTo>
                <a:lnTo>
                  <a:pt x="3793236" y="76200"/>
                </a:lnTo>
                <a:lnTo>
                  <a:pt x="3850386" y="76200"/>
                </a:lnTo>
                <a:lnTo>
                  <a:pt x="3888486" y="57150"/>
                </a:lnTo>
                <a:lnTo>
                  <a:pt x="3850386" y="38100"/>
                </a:lnTo>
                <a:close/>
              </a:path>
            </a:pathLst>
          </a:custGeom>
          <a:solidFill>
            <a:srgbClr val="C2D1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360676" y="1703577"/>
            <a:ext cx="5160645" cy="4050029"/>
            <a:chOff x="2360676" y="1703577"/>
            <a:chExt cx="5160645" cy="4050029"/>
          </a:xfrm>
        </p:grpSpPr>
        <p:sp>
          <p:nvSpPr>
            <p:cNvPr id="10" name="object 10"/>
            <p:cNvSpPr/>
            <p:nvPr/>
          </p:nvSpPr>
          <p:spPr>
            <a:xfrm>
              <a:off x="2379726" y="2593086"/>
              <a:ext cx="4250690" cy="3141345"/>
            </a:xfrm>
            <a:custGeom>
              <a:avLst/>
              <a:gdLst/>
              <a:ahLst/>
              <a:cxnLst/>
              <a:rect l="l" t="t" r="r" b="b"/>
              <a:pathLst>
                <a:path w="4250690" h="3141345">
                  <a:moveTo>
                    <a:pt x="0" y="62484"/>
                  </a:moveTo>
                  <a:lnTo>
                    <a:pt x="0" y="3140913"/>
                  </a:lnTo>
                </a:path>
                <a:path w="4250690" h="3141345">
                  <a:moveTo>
                    <a:pt x="4250435" y="0"/>
                  </a:moveTo>
                  <a:lnTo>
                    <a:pt x="4250435" y="3078429"/>
                  </a:lnTo>
                </a:path>
              </a:pathLst>
            </a:custGeom>
            <a:ln w="38100">
              <a:solidFill>
                <a:srgbClr val="C2D1F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6335" y="1709927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1634489" y="0"/>
                  </a:moveTo>
                  <a:lnTo>
                    <a:pt x="144017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8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7" y="864108"/>
                  </a:lnTo>
                  <a:lnTo>
                    <a:pt x="1634489" y="864108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8" y="720089"/>
                  </a:lnTo>
                  <a:lnTo>
                    <a:pt x="1778508" y="144018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89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36335" y="1709927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634489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8" y="144018"/>
                  </a:lnTo>
                  <a:lnTo>
                    <a:pt x="1778508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89" y="864108"/>
                  </a:lnTo>
                  <a:lnTo>
                    <a:pt x="144017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8"/>
                  </a:lnTo>
                  <a:close/>
                </a:path>
              </a:pathLst>
            </a:custGeom>
            <a:ln w="127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88271" y="1820202"/>
            <a:ext cx="2176780" cy="10318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800" b="1" spc="-45" dirty="0">
                <a:latin typeface="Roboto Bk"/>
                <a:cs typeface="Roboto Bk"/>
              </a:rPr>
              <a:t>1d0c3f4f67a</a:t>
            </a:r>
            <a:endParaRPr sz="1800" dirty="0">
              <a:latin typeface="Roboto Bk"/>
              <a:cs typeface="Roboto Bk"/>
            </a:endParaRPr>
          </a:p>
          <a:p>
            <a:pPr marL="21590" marR="508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Roboto"/>
                <a:cs typeface="Roboto"/>
              </a:rPr>
              <a:t>«</a:t>
            </a:r>
            <a:r>
              <a:rPr sz="2000" spc="-15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Added</a:t>
            </a:r>
            <a:r>
              <a:rPr sz="2000" spc="-30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new</a:t>
            </a:r>
            <a:r>
              <a:rPr sz="2000" spc="-35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file</a:t>
            </a:r>
            <a:r>
              <a:rPr sz="2000" spc="-15" dirty="0">
                <a:latin typeface="Roboto"/>
                <a:cs typeface="Roboto"/>
              </a:rPr>
              <a:t> </a:t>
            </a:r>
            <a:r>
              <a:rPr sz="2000" spc="-25" dirty="0">
                <a:latin typeface="Roboto"/>
                <a:cs typeface="Roboto"/>
              </a:rPr>
              <a:t>to </a:t>
            </a:r>
            <a:r>
              <a:rPr sz="2000" dirty="0">
                <a:latin typeface="Roboto"/>
                <a:cs typeface="Roboto"/>
              </a:rPr>
              <a:t>do</a:t>
            </a:r>
            <a:r>
              <a:rPr sz="2000" spc="-30" dirty="0">
                <a:latin typeface="Roboto"/>
                <a:cs typeface="Roboto"/>
              </a:rPr>
              <a:t> </a:t>
            </a:r>
            <a:r>
              <a:rPr sz="2000" spc="-20" dirty="0">
                <a:latin typeface="Roboto"/>
                <a:cs typeface="Roboto"/>
              </a:rPr>
              <a:t>something</a:t>
            </a:r>
            <a:r>
              <a:rPr sz="2000" spc="-45" dirty="0">
                <a:latin typeface="Roboto"/>
                <a:cs typeface="Roboto"/>
              </a:rPr>
              <a:t> </a:t>
            </a:r>
            <a:r>
              <a:rPr sz="2000" spc="-50" dirty="0">
                <a:latin typeface="Roboto"/>
                <a:cs typeface="Roboto"/>
              </a:rPr>
              <a:t>»</a:t>
            </a:r>
            <a:endParaRPr sz="2000" dirty="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51950" y="5424253"/>
            <a:ext cx="1936114" cy="6610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305"/>
              </a:spcBef>
            </a:pPr>
            <a:r>
              <a:rPr sz="1800" b="1" spc="-50" dirty="0">
                <a:latin typeface="Roboto Bk"/>
                <a:cs typeface="Roboto Bk"/>
              </a:rPr>
              <a:t>bc4593e0d2</a:t>
            </a:r>
            <a:endParaRPr sz="18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000" dirty="0">
                <a:latin typeface="Roboto"/>
                <a:cs typeface="Roboto"/>
              </a:rPr>
              <a:t>«</a:t>
            </a:r>
            <a:r>
              <a:rPr sz="2000" spc="-60" dirty="0">
                <a:latin typeface="Roboto"/>
                <a:cs typeface="Roboto"/>
              </a:rPr>
              <a:t> </a:t>
            </a:r>
            <a:r>
              <a:rPr sz="2000" spc="-10" dirty="0">
                <a:latin typeface="Roboto"/>
                <a:cs typeface="Roboto"/>
              </a:rPr>
              <a:t>Initial</a:t>
            </a:r>
            <a:r>
              <a:rPr sz="2000" spc="-60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commit</a:t>
            </a:r>
            <a:r>
              <a:rPr sz="2000" spc="-70" dirty="0">
                <a:latin typeface="Roboto"/>
                <a:cs typeface="Roboto"/>
              </a:rPr>
              <a:t> </a:t>
            </a:r>
            <a:r>
              <a:rPr sz="2000" spc="-50" dirty="0">
                <a:latin typeface="Roboto"/>
                <a:cs typeface="Roboto"/>
              </a:rPr>
              <a:t>»</a:t>
            </a:r>
            <a:endParaRPr sz="2000" dirty="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5829" y="1981327"/>
            <a:ext cx="1242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9F9FB"/>
                </a:solidFill>
                <a:latin typeface="Roboto Cn"/>
                <a:cs typeface="Roboto Cn"/>
              </a:rPr>
              <a:t>Remote</a:t>
            </a:r>
            <a:r>
              <a:rPr sz="1800" b="1" spc="70" dirty="0">
                <a:solidFill>
                  <a:srgbClr val="F9F9FB"/>
                </a:solidFill>
                <a:latin typeface="Roboto Cn"/>
                <a:cs typeface="Roboto Cn"/>
              </a:rPr>
              <a:t> </a:t>
            </a:r>
            <a:r>
              <a:rPr sz="1800" b="1" spc="-20" dirty="0">
                <a:solidFill>
                  <a:srgbClr val="F9F9FB"/>
                </a:solidFill>
                <a:latin typeface="Roboto Cn"/>
                <a:cs typeface="Roboto Cn"/>
              </a:rPr>
              <a:t>Repo</a:t>
            </a:r>
            <a:endParaRPr sz="1800">
              <a:latin typeface="Roboto Cn"/>
              <a:cs typeface="Roboto C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68701" y="3372611"/>
            <a:ext cx="3888740" cy="114300"/>
          </a:xfrm>
          <a:custGeom>
            <a:avLst/>
            <a:gdLst/>
            <a:ahLst/>
            <a:cxnLst/>
            <a:rect l="l" t="t" r="r" b="b"/>
            <a:pathLst>
              <a:path w="388874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388874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3888740" h="114300">
                <a:moveTo>
                  <a:pt x="388848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888486" y="76200"/>
                </a:lnTo>
                <a:lnTo>
                  <a:pt x="3888486" y="38100"/>
                </a:lnTo>
                <a:close/>
              </a:path>
            </a:pathLst>
          </a:custGeom>
          <a:solidFill>
            <a:srgbClr val="C2D1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26941" y="2826257"/>
            <a:ext cx="1290955" cy="177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Roboto"/>
                <a:cs typeface="Roboto"/>
              </a:rPr>
              <a:t>git</a:t>
            </a:r>
            <a:r>
              <a:rPr sz="2800" spc="-80" dirty="0">
                <a:latin typeface="Roboto"/>
                <a:cs typeface="Roboto"/>
              </a:rPr>
              <a:t> </a:t>
            </a:r>
            <a:r>
              <a:rPr sz="2800" spc="-20" dirty="0">
                <a:latin typeface="Roboto"/>
                <a:cs typeface="Roboto"/>
              </a:rPr>
              <a:t>pull</a:t>
            </a:r>
            <a:endParaRPr sz="28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8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8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Roboto"/>
                <a:cs typeface="Roboto"/>
              </a:rPr>
              <a:t>git</a:t>
            </a:r>
            <a:r>
              <a:rPr sz="2800" spc="-80" dirty="0">
                <a:latin typeface="Roboto"/>
                <a:cs typeface="Roboto"/>
              </a:rPr>
              <a:t> </a:t>
            </a:r>
            <a:r>
              <a:rPr sz="2800" spc="-20" dirty="0">
                <a:latin typeface="Roboto"/>
                <a:cs typeface="Roboto"/>
              </a:rPr>
              <a:t>push</a:t>
            </a:r>
            <a:endParaRPr sz="2800" dirty="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82597" y="1758442"/>
            <a:ext cx="1791335" cy="875665"/>
            <a:chOff x="1482597" y="1758442"/>
            <a:chExt cx="1791335" cy="875665"/>
          </a:xfrm>
        </p:grpSpPr>
        <p:sp>
          <p:nvSpPr>
            <p:cNvPr id="19" name="object 19"/>
            <p:cNvSpPr/>
            <p:nvPr/>
          </p:nvSpPr>
          <p:spPr>
            <a:xfrm>
              <a:off x="1488947" y="1764792"/>
              <a:ext cx="1778635" cy="862965"/>
            </a:xfrm>
            <a:custGeom>
              <a:avLst/>
              <a:gdLst/>
              <a:ahLst/>
              <a:cxnLst/>
              <a:rect l="l" t="t" r="r" b="b"/>
              <a:pathLst>
                <a:path w="1778635" h="862964">
                  <a:moveTo>
                    <a:pt x="1634744" y="0"/>
                  </a:moveTo>
                  <a:lnTo>
                    <a:pt x="143764" y="0"/>
                  </a:lnTo>
                  <a:lnTo>
                    <a:pt x="98332" y="7331"/>
                  </a:lnTo>
                  <a:lnTo>
                    <a:pt x="58869" y="27744"/>
                  </a:lnTo>
                  <a:lnTo>
                    <a:pt x="27744" y="58869"/>
                  </a:lnTo>
                  <a:lnTo>
                    <a:pt x="7331" y="98332"/>
                  </a:lnTo>
                  <a:lnTo>
                    <a:pt x="0" y="143763"/>
                  </a:lnTo>
                  <a:lnTo>
                    <a:pt x="0" y="718820"/>
                  </a:lnTo>
                  <a:lnTo>
                    <a:pt x="7331" y="764251"/>
                  </a:lnTo>
                  <a:lnTo>
                    <a:pt x="27744" y="803714"/>
                  </a:lnTo>
                  <a:lnTo>
                    <a:pt x="58869" y="834839"/>
                  </a:lnTo>
                  <a:lnTo>
                    <a:pt x="98332" y="855252"/>
                  </a:lnTo>
                  <a:lnTo>
                    <a:pt x="143764" y="862584"/>
                  </a:lnTo>
                  <a:lnTo>
                    <a:pt x="1634744" y="862584"/>
                  </a:lnTo>
                  <a:lnTo>
                    <a:pt x="1680175" y="855252"/>
                  </a:lnTo>
                  <a:lnTo>
                    <a:pt x="1719638" y="834839"/>
                  </a:lnTo>
                  <a:lnTo>
                    <a:pt x="1750763" y="803714"/>
                  </a:lnTo>
                  <a:lnTo>
                    <a:pt x="1771176" y="764251"/>
                  </a:lnTo>
                  <a:lnTo>
                    <a:pt x="1778507" y="718820"/>
                  </a:lnTo>
                  <a:lnTo>
                    <a:pt x="1778507" y="143763"/>
                  </a:lnTo>
                  <a:lnTo>
                    <a:pt x="1771176" y="98332"/>
                  </a:lnTo>
                  <a:lnTo>
                    <a:pt x="1750763" y="58869"/>
                  </a:lnTo>
                  <a:lnTo>
                    <a:pt x="1719638" y="27744"/>
                  </a:lnTo>
                  <a:lnTo>
                    <a:pt x="1680175" y="7331"/>
                  </a:lnTo>
                  <a:lnTo>
                    <a:pt x="1634744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88947" y="1764792"/>
              <a:ext cx="1778635" cy="862965"/>
            </a:xfrm>
            <a:custGeom>
              <a:avLst/>
              <a:gdLst/>
              <a:ahLst/>
              <a:cxnLst/>
              <a:rect l="l" t="t" r="r" b="b"/>
              <a:pathLst>
                <a:path w="1778635" h="862964">
                  <a:moveTo>
                    <a:pt x="0" y="143763"/>
                  </a:moveTo>
                  <a:lnTo>
                    <a:pt x="7331" y="98332"/>
                  </a:lnTo>
                  <a:lnTo>
                    <a:pt x="27744" y="58869"/>
                  </a:lnTo>
                  <a:lnTo>
                    <a:pt x="58869" y="27744"/>
                  </a:lnTo>
                  <a:lnTo>
                    <a:pt x="98332" y="7331"/>
                  </a:lnTo>
                  <a:lnTo>
                    <a:pt x="143764" y="0"/>
                  </a:lnTo>
                  <a:lnTo>
                    <a:pt x="1634744" y="0"/>
                  </a:lnTo>
                  <a:lnTo>
                    <a:pt x="1680175" y="7331"/>
                  </a:lnTo>
                  <a:lnTo>
                    <a:pt x="1719638" y="27744"/>
                  </a:lnTo>
                  <a:lnTo>
                    <a:pt x="1750763" y="58869"/>
                  </a:lnTo>
                  <a:lnTo>
                    <a:pt x="1771176" y="98332"/>
                  </a:lnTo>
                  <a:lnTo>
                    <a:pt x="1778507" y="143763"/>
                  </a:lnTo>
                  <a:lnTo>
                    <a:pt x="1778507" y="718820"/>
                  </a:lnTo>
                  <a:lnTo>
                    <a:pt x="1771176" y="764251"/>
                  </a:lnTo>
                  <a:lnTo>
                    <a:pt x="1750763" y="803714"/>
                  </a:lnTo>
                  <a:lnTo>
                    <a:pt x="1719638" y="834839"/>
                  </a:lnTo>
                  <a:lnTo>
                    <a:pt x="1680175" y="855252"/>
                  </a:lnTo>
                  <a:lnTo>
                    <a:pt x="1634744" y="862584"/>
                  </a:lnTo>
                  <a:lnTo>
                    <a:pt x="143764" y="862584"/>
                  </a:lnTo>
                  <a:lnTo>
                    <a:pt x="98332" y="855252"/>
                  </a:lnTo>
                  <a:lnTo>
                    <a:pt x="58869" y="834839"/>
                  </a:lnTo>
                  <a:lnTo>
                    <a:pt x="27744" y="803714"/>
                  </a:lnTo>
                  <a:lnTo>
                    <a:pt x="7331" y="764251"/>
                  </a:lnTo>
                  <a:lnTo>
                    <a:pt x="0" y="718820"/>
                  </a:lnTo>
                  <a:lnTo>
                    <a:pt x="0" y="143763"/>
                  </a:lnTo>
                  <a:close/>
                </a:path>
              </a:pathLst>
            </a:custGeom>
            <a:ln w="12700">
              <a:solidFill>
                <a:srgbClr val="8E99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61820" y="2036190"/>
            <a:ext cx="1033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F5F5F"/>
                </a:solidFill>
                <a:latin typeface="Roboto Cn"/>
                <a:cs typeface="Roboto Cn"/>
              </a:rPr>
              <a:t>Local</a:t>
            </a:r>
            <a:r>
              <a:rPr sz="1800" b="1" spc="-5" dirty="0">
                <a:solidFill>
                  <a:srgbClr val="5F5F5F"/>
                </a:solidFill>
                <a:latin typeface="Roboto Cn"/>
                <a:cs typeface="Roboto Cn"/>
              </a:rPr>
              <a:t> </a:t>
            </a:r>
            <a:r>
              <a:rPr sz="1800" b="1" spc="-20" dirty="0">
                <a:solidFill>
                  <a:srgbClr val="5F5F5F"/>
                </a:solidFill>
                <a:latin typeface="Roboto Cn"/>
                <a:cs typeface="Roboto Cn"/>
              </a:rPr>
              <a:t>Repo</a:t>
            </a:r>
            <a:endParaRPr sz="1800">
              <a:latin typeface="Roboto Cn"/>
              <a:cs typeface="Roboto C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Bilan</a:t>
            </a:r>
            <a:r>
              <a:rPr spc="125" dirty="0"/>
              <a:t> </a:t>
            </a:r>
            <a:r>
              <a:rPr dirty="0"/>
              <a:t>des</a:t>
            </a:r>
            <a:r>
              <a:rPr spc="100" dirty="0"/>
              <a:t> </a:t>
            </a:r>
            <a:r>
              <a:rPr spc="-10" dirty="0"/>
              <a:t>actions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95971" y="2574035"/>
            <a:ext cx="3205480" cy="3134995"/>
            <a:chOff x="7395971" y="2574035"/>
            <a:chExt cx="3205480" cy="3134995"/>
          </a:xfrm>
        </p:grpSpPr>
        <p:sp>
          <p:nvSpPr>
            <p:cNvPr id="4" name="object 4"/>
            <p:cNvSpPr/>
            <p:nvPr/>
          </p:nvSpPr>
          <p:spPr>
            <a:xfrm>
              <a:off x="7415021" y="2593085"/>
              <a:ext cx="3167380" cy="3096895"/>
            </a:xfrm>
            <a:custGeom>
              <a:avLst/>
              <a:gdLst/>
              <a:ahLst/>
              <a:cxnLst/>
              <a:rect l="l" t="t" r="r" b="b"/>
              <a:pathLst>
                <a:path w="3167379" h="3096895">
                  <a:moveTo>
                    <a:pt x="0" y="18287"/>
                  </a:moveTo>
                  <a:lnTo>
                    <a:pt x="0" y="3096717"/>
                  </a:lnTo>
                </a:path>
                <a:path w="3167379" h="3096895">
                  <a:moveTo>
                    <a:pt x="3166872" y="0"/>
                  </a:moveTo>
                  <a:lnTo>
                    <a:pt x="3166872" y="3078429"/>
                  </a:lnTo>
                </a:path>
              </a:pathLst>
            </a:custGeom>
            <a:ln w="38100">
              <a:solidFill>
                <a:srgbClr val="C2D1F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65313" y="4285487"/>
              <a:ext cx="2952750" cy="114300"/>
            </a:xfrm>
            <a:custGeom>
              <a:avLst/>
              <a:gdLst/>
              <a:ahLst/>
              <a:cxnLst/>
              <a:rect l="l" t="t" r="r" b="b"/>
              <a:pathLst>
                <a:path w="2952750" h="114300">
                  <a:moveTo>
                    <a:pt x="2838068" y="0"/>
                  </a:moveTo>
                  <a:lnTo>
                    <a:pt x="2838068" y="114300"/>
                  </a:lnTo>
                  <a:lnTo>
                    <a:pt x="2914268" y="76200"/>
                  </a:lnTo>
                  <a:lnTo>
                    <a:pt x="2857118" y="76200"/>
                  </a:lnTo>
                  <a:lnTo>
                    <a:pt x="2857118" y="38100"/>
                  </a:lnTo>
                  <a:lnTo>
                    <a:pt x="2914268" y="38100"/>
                  </a:lnTo>
                  <a:lnTo>
                    <a:pt x="2838068" y="0"/>
                  </a:lnTo>
                  <a:close/>
                </a:path>
                <a:path w="2952750" h="114300">
                  <a:moveTo>
                    <a:pt x="283806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838068" y="76200"/>
                  </a:lnTo>
                  <a:lnTo>
                    <a:pt x="2838068" y="38100"/>
                  </a:lnTo>
                  <a:close/>
                </a:path>
                <a:path w="2952750" h="114300">
                  <a:moveTo>
                    <a:pt x="2914268" y="38100"/>
                  </a:moveTo>
                  <a:lnTo>
                    <a:pt x="2857118" y="38100"/>
                  </a:lnTo>
                  <a:lnTo>
                    <a:pt x="2857118" y="76200"/>
                  </a:lnTo>
                  <a:lnTo>
                    <a:pt x="2914268" y="76200"/>
                  </a:lnTo>
                  <a:lnTo>
                    <a:pt x="2952368" y="57150"/>
                  </a:lnTo>
                  <a:lnTo>
                    <a:pt x="2914268" y="38100"/>
                  </a:lnTo>
                  <a:close/>
                </a:path>
              </a:pathLst>
            </a:custGeom>
            <a:solidFill>
              <a:srgbClr val="C2D1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79917" y="4362069"/>
            <a:ext cx="102044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Roboto"/>
                <a:cs typeface="Roboto"/>
              </a:rPr>
              <a:t>git</a:t>
            </a:r>
            <a:r>
              <a:rPr sz="2200" spc="-60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push</a:t>
            </a:r>
            <a:endParaRPr sz="2200" dirty="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654285" y="1703577"/>
            <a:ext cx="1791335" cy="876935"/>
            <a:chOff x="9654285" y="1703577"/>
            <a:chExt cx="1791335" cy="876935"/>
          </a:xfrm>
        </p:grpSpPr>
        <p:sp>
          <p:nvSpPr>
            <p:cNvPr id="8" name="object 8"/>
            <p:cNvSpPr/>
            <p:nvPr/>
          </p:nvSpPr>
          <p:spPr>
            <a:xfrm>
              <a:off x="9660635" y="1709927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1634490" y="0"/>
                  </a:moveTo>
                  <a:lnTo>
                    <a:pt x="144018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8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8" y="864108"/>
                  </a:lnTo>
                  <a:lnTo>
                    <a:pt x="1634490" y="864108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8" y="720089"/>
                  </a:lnTo>
                  <a:lnTo>
                    <a:pt x="1778508" y="144018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9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60635" y="1709927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634490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8" y="144018"/>
                  </a:lnTo>
                  <a:lnTo>
                    <a:pt x="1778508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90" y="864108"/>
                  </a:lnTo>
                  <a:lnTo>
                    <a:pt x="144018" y="864108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8"/>
                  </a:lnTo>
                  <a:close/>
                </a:path>
              </a:pathLst>
            </a:custGeom>
            <a:ln w="127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515856" y="1438655"/>
            <a:ext cx="2074545" cy="4806950"/>
          </a:xfrm>
          <a:prstGeom prst="rect">
            <a:avLst/>
          </a:prstGeom>
          <a:ln w="12700">
            <a:solidFill>
              <a:srgbClr val="00206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426720">
              <a:lnSpc>
                <a:spcPct val="100000"/>
              </a:lnSpc>
            </a:pPr>
            <a:r>
              <a:rPr sz="1800" b="1" dirty="0">
                <a:solidFill>
                  <a:srgbClr val="F9F9FB"/>
                </a:solidFill>
                <a:latin typeface="Roboto Cn"/>
                <a:cs typeface="Roboto Cn"/>
              </a:rPr>
              <a:t>Remote</a:t>
            </a:r>
            <a:r>
              <a:rPr sz="1800" b="1" spc="70" dirty="0">
                <a:solidFill>
                  <a:srgbClr val="F9F9FB"/>
                </a:solidFill>
                <a:latin typeface="Roboto Cn"/>
                <a:cs typeface="Roboto Cn"/>
              </a:rPr>
              <a:t> </a:t>
            </a:r>
            <a:r>
              <a:rPr sz="1800" b="1" spc="-20" dirty="0">
                <a:solidFill>
                  <a:srgbClr val="F9F9FB"/>
                </a:solidFill>
                <a:latin typeface="Roboto Cn"/>
                <a:cs typeface="Roboto Cn"/>
              </a:rPr>
              <a:t>Repo</a:t>
            </a:r>
            <a:endParaRPr sz="1800" dirty="0">
              <a:latin typeface="Roboto Cn"/>
              <a:cs typeface="Roboto C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7216" y="2543555"/>
            <a:ext cx="9070975" cy="3136900"/>
            <a:chOff x="1347216" y="2543555"/>
            <a:chExt cx="9070975" cy="3136900"/>
          </a:xfrm>
        </p:grpSpPr>
        <p:sp>
          <p:nvSpPr>
            <p:cNvPr id="12" name="object 12"/>
            <p:cNvSpPr/>
            <p:nvPr/>
          </p:nvSpPr>
          <p:spPr>
            <a:xfrm>
              <a:off x="7500366" y="3442716"/>
              <a:ext cx="2917825" cy="114300"/>
            </a:xfrm>
            <a:custGeom>
              <a:avLst/>
              <a:gdLst/>
              <a:ahLst/>
              <a:cxnLst/>
              <a:rect l="l" t="t" r="r" b="b"/>
              <a:pathLst>
                <a:path w="2917825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2917825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2917825" h="114300">
                  <a:moveTo>
                    <a:pt x="2917570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2917570" y="76200"/>
                  </a:lnTo>
                  <a:lnTo>
                    <a:pt x="2917570" y="38100"/>
                  </a:lnTo>
                  <a:close/>
                </a:path>
              </a:pathLst>
            </a:custGeom>
            <a:solidFill>
              <a:srgbClr val="C2D1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66266" y="2562605"/>
              <a:ext cx="3171825" cy="3098800"/>
            </a:xfrm>
            <a:custGeom>
              <a:avLst/>
              <a:gdLst/>
              <a:ahLst/>
              <a:cxnLst/>
              <a:rect l="l" t="t" r="r" b="b"/>
              <a:pathLst>
                <a:path w="3171825" h="3098800">
                  <a:moveTo>
                    <a:pt x="0" y="19812"/>
                  </a:moveTo>
                  <a:lnTo>
                    <a:pt x="0" y="3098241"/>
                  </a:lnTo>
                </a:path>
                <a:path w="3171825" h="3098800">
                  <a:moveTo>
                    <a:pt x="3171444" y="0"/>
                  </a:moveTo>
                  <a:lnTo>
                    <a:pt x="3171444" y="3078429"/>
                  </a:lnTo>
                </a:path>
              </a:pathLst>
            </a:custGeom>
            <a:ln w="38100">
              <a:solidFill>
                <a:srgbClr val="C2D1F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8186" y="3877055"/>
              <a:ext cx="5832475" cy="114300"/>
            </a:xfrm>
            <a:custGeom>
              <a:avLst/>
              <a:gdLst/>
              <a:ahLst/>
              <a:cxnLst/>
              <a:rect l="l" t="t" r="r" b="b"/>
              <a:pathLst>
                <a:path w="5832475" h="114300">
                  <a:moveTo>
                    <a:pt x="2952369" y="57150"/>
                  </a:moveTo>
                  <a:lnTo>
                    <a:pt x="2914269" y="38100"/>
                  </a:lnTo>
                  <a:lnTo>
                    <a:pt x="2838069" y="0"/>
                  </a:lnTo>
                  <a:lnTo>
                    <a:pt x="2838069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838069" y="76200"/>
                  </a:lnTo>
                  <a:lnTo>
                    <a:pt x="2838069" y="114300"/>
                  </a:lnTo>
                  <a:lnTo>
                    <a:pt x="2914269" y="76200"/>
                  </a:lnTo>
                  <a:lnTo>
                    <a:pt x="2952369" y="57150"/>
                  </a:lnTo>
                  <a:close/>
                </a:path>
                <a:path w="5832475" h="114300">
                  <a:moveTo>
                    <a:pt x="5832094" y="57150"/>
                  </a:moveTo>
                  <a:lnTo>
                    <a:pt x="5793994" y="38100"/>
                  </a:lnTo>
                  <a:lnTo>
                    <a:pt x="5717794" y="0"/>
                  </a:lnTo>
                  <a:lnTo>
                    <a:pt x="5717794" y="38100"/>
                  </a:lnTo>
                  <a:lnTo>
                    <a:pt x="3131820" y="38100"/>
                  </a:lnTo>
                  <a:lnTo>
                    <a:pt x="3131820" y="76200"/>
                  </a:lnTo>
                  <a:lnTo>
                    <a:pt x="5717794" y="76200"/>
                  </a:lnTo>
                  <a:lnTo>
                    <a:pt x="5717794" y="114300"/>
                  </a:lnTo>
                  <a:lnTo>
                    <a:pt x="5793994" y="76200"/>
                  </a:lnTo>
                  <a:lnTo>
                    <a:pt x="5832094" y="57150"/>
                  </a:lnTo>
                  <a:close/>
                </a:path>
              </a:pathLst>
            </a:custGeom>
            <a:solidFill>
              <a:srgbClr val="C2D1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531097" y="2996311"/>
            <a:ext cx="859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Roboto"/>
                <a:cs typeface="Roboto"/>
              </a:rPr>
              <a:t>git</a:t>
            </a:r>
            <a:r>
              <a:rPr sz="2200" spc="-60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pull</a:t>
            </a:r>
            <a:endParaRPr sz="2200" dirty="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51196" y="4028313"/>
            <a:ext cx="2326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git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commit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330" dirty="0">
                <a:latin typeface="Roboto"/>
                <a:cs typeface="Roboto"/>
              </a:rPr>
              <a:t>-</a:t>
            </a:r>
            <a:r>
              <a:rPr sz="1800" spc="-50" dirty="0">
                <a:latin typeface="Roboto"/>
                <a:cs typeface="Roboto"/>
              </a:rPr>
              <a:t>m</a:t>
            </a:r>
            <a:endParaRPr sz="18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&lt;message</a:t>
            </a:r>
            <a:r>
              <a:rPr sz="1800" spc="-10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du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commit&gt;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2994" y="4028313"/>
            <a:ext cx="2463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git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add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&lt;nom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du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fichier&gt;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3106" y="1432305"/>
            <a:ext cx="8244205" cy="4667250"/>
            <a:chOff x="213106" y="1432305"/>
            <a:chExt cx="8244205" cy="4667250"/>
          </a:xfrm>
        </p:grpSpPr>
        <p:sp>
          <p:nvSpPr>
            <p:cNvPr id="19" name="object 19"/>
            <p:cNvSpPr/>
            <p:nvPr/>
          </p:nvSpPr>
          <p:spPr>
            <a:xfrm>
              <a:off x="219456" y="1438655"/>
              <a:ext cx="8231505" cy="4654550"/>
            </a:xfrm>
            <a:custGeom>
              <a:avLst/>
              <a:gdLst/>
              <a:ahLst/>
              <a:cxnLst/>
              <a:rect l="l" t="t" r="r" b="b"/>
              <a:pathLst>
                <a:path w="8231505" h="4654550">
                  <a:moveTo>
                    <a:pt x="0" y="4654296"/>
                  </a:moveTo>
                  <a:lnTo>
                    <a:pt x="8231124" y="4654296"/>
                  </a:lnTo>
                  <a:lnTo>
                    <a:pt x="8231124" y="0"/>
                  </a:lnTo>
                  <a:lnTo>
                    <a:pt x="0" y="0"/>
                  </a:lnTo>
                  <a:lnTo>
                    <a:pt x="0" y="4654296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5488" y="1700783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5" h="864235">
                  <a:moveTo>
                    <a:pt x="1634489" y="0"/>
                  </a:moveTo>
                  <a:lnTo>
                    <a:pt x="144018" y="0"/>
                  </a:lnTo>
                  <a:lnTo>
                    <a:pt x="98496" y="7345"/>
                  </a:lnTo>
                  <a:lnTo>
                    <a:pt x="58962" y="27797"/>
                  </a:lnTo>
                  <a:lnTo>
                    <a:pt x="27786" y="58978"/>
                  </a:lnTo>
                  <a:lnTo>
                    <a:pt x="7342" y="98511"/>
                  </a:lnTo>
                  <a:lnTo>
                    <a:pt x="0" y="144017"/>
                  </a:lnTo>
                  <a:lnTo>
                    <a:pt x="0" y="720089"/>
                  </a:lnTo>
                  <a:lnTo>
                    <a:pt x="7342" y="765596"/>
                  </a:lnTo>
                  <a:lnTo>
                    <a:pt x="27786" y="805129"/>
                  </a:lnTo>
                  <a:lnTo>
                    <a:pt x="58962" y="836310"/>
                  </a:lnTo>
                  <a:lnTo>
                    <a:pt x="98496" y="856762"/>
                  </a:lnTo>
                  <a:lnTo>
                    <a:pt x="144018" y="864107"/>
                  </a:lnTo>
                  <a:lnTo>
                    <a:pt x="1634489" y="864107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8" y="720089"/>
                  </a:lnTo>
                  <a:lnTo>
                    <a:pt x="1778508" y="144017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89" y="0"/>
                  </a:lnTo>
                  <a:close/>
                </a:path>
              </a:pathLst>
            </a:custGeom>
            <a:solidFill>
              <a:srgbClr val="6D83F8"/>
            </a:solidFill>
            <a:ln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5488" y="1700783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5" h="864235">
                  <a:moveTo>
                    <a:pt x="0" y="144017"/>
                  </a:moveTo>
                  <a:lnTo>
                    <a:pt x="7342" y="98511"/>
                  </a:lnTo>
                  <a:lnTo>
                    <a:pt x="27786" y="58978"/>
                  </a:lnTo>
                  <a:lnTo>
                    <a:pt x="58962" y="27797"/>
                  </a:lnTo>
                  <a:lnTo>
                    <a:pt x="98496" y="7345"/>
                  </a:lnTo>
                  <a:lnTo>
                    <a:pt x="144018" y="0"/>
                  </a:lnTo>
                  <a:lnTo>
                    <a:pt x="1634489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8" y="144017"/>
                  </a:lnTo>
                  <a:lnTo>
                    <a:pt x="1778508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89" y="864107"/>
                  </a:lnTo>
                  <a:lnTo>
                    <a:pt x="144018" y="864107"/>
                  </a:lnTo>
                  <a:lnTo>
                    <a:pt x="98496" y="856762"/>
                  </a:lnTo>
                  <a:lnTo>
                    <a:pt x="58962" y="836310"/>
                  </a:lnTo>
                  <a:lnTo>
                    <a:pt x="27786" y="805129"/>
                  </a:lnTo>
                  <a:lnTo>
                    <a:pt x="7342" y="765596"/>
                  </a:lnTo>
                  <a:lnTo>
                    <a:pt x="0" y="720089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43020" y="6170777"/>
            <a:ext cx="10102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Roboto"/>
                <a:cs typeface="Roboto"/>
              </a:rPr>
              <a:t>Local</a:t>
            </a:r>
            <a:endParaRPr sz="3200" dirty="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97185" y="6233566"/>
            <a:ext cx="13138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5" dirty="0">
                <a:latin typeface="Roboto"/>
                <a:cs typeface="Roboto"/>
              </a:rPr>
              <a:t>Distant</a:t>
            </a:r>
            <a:endParaRPr sz="3200" dirty="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5488" y="1943026"/>
            <a:ext cx="189349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9F9FB"/>
                </a:solidFill>
                <a:latin typeface="Roboto Cn"/>
                <a:cs typeface="Roboto Cn"/>
              </a:rPr>
              <a:t>Répertoire</a:t>
            </a:r>
            <a:r>
              <a:rPr sz="1400" b="1" spc="200" dirty="0">
                <a:solidFill>
                  <a:srgbClr val="F9F9FB"/>
                </a:solidFill>
                <a:latin typeface="Roboto Cn"/>
                <a:cs typeface="Roboto Cn"/>
              </a:rPr>
              <a:t> </a:t>
            </a:r>
            <a:r>
              <a:rPr sz="1400" b="1" spc="-25" dirty="0">
                <a:solidFill>
                  <a:srgbClr val="F9F9FB"/>
                </a:solidFill>
                <a:latin typeface="Roboto Cn"/>
                <a:cs typeface="Roboto Cn"/>
              </a:rPr>
              <a:t>de</a:t>
            </a:r>
            <a:endParaRPr sz="1400" dirty="0">
              <a:latin typeface="Roboto Cn"/>
              <a:cs typeface="Roboto Cn"/>
            </a:endParaRPr>
          </a:p>
          <a:p>
            <a:pPr marR="6985" algn="ctr">
              <a:lnSpc>
                <a:spcPct val="100000"/>
              </a:lnSpc>
            </a:pPr>
            <a:r>
              <a:rPr sz="1400" b="1" spc="-10" dirty="0">
                <a:solidFill>
                  <a:srgbClr val="F9F9FB"/>
                </a:solidFill>
                <a:latin typeface="Roboto Cn"/>
                <a:cs typeface="Roboto Cn"/>
              </a:rPr>
              <a:t>travail</a:t>
            </a:r>
            <a:endParaRPr sz="1400" dirty="0">
              <a:latin typeface="Roboto Cn"/>
              <a:cs typeface="Roboto C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40582" y="1694433"/>
            <a:ext cx="1793239" cy="876935"/>
            <a:chOff x="3640582" y="1694433"/>
            <a:chExt cx="1793239" cy="876935"/>
          </a:xfrm>
        </p:grpSpPr>
        <p:sp>
          <p:nvSpPr>
            <p:cNvPr id="26" name="object 26"/>
            <p:cNvSpPr/>
            <p:nvPr/>
          </p:nvSpPr>
          <p:spPr>
            <a:xfrm>
              <a:off x="3646932" y="1700783"/>
              <a:ext cx="1780539" cy="864235"/>
            </a:xfrm>
            <a:custGeom>
              <a:avLst/>
              <a:gdLst/>
              <a:ahLst/>
              <a:cxnLst/>
              <a:rect l="l" t="t" r="r" b="b"/>
              <a:pathLst>
                <a:path w="1780539" h="864235">
                  <a:moveTo>
                    <a:pt x="1636014" y="0"/>
                  </a:moveTo>
                  <a:lnTo>
                    <a:pt x="144017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7" y="864107"/>
                  </a:lnTo>
                  <a:lnTo>
                    <a:pt x="1636014" y="864107"/>
                  </a:lnTo>
                  <a:lnTo>
                    <a:pt x="1681520" y="856762"/>
                  </a:lnTo>
                  <a:lnTo>
                    <a:pt x="1721053" y="836310"/>
                  </a:lnTo>
                  <a:lnTo>
                    <a:pt x="1752234" y="805129"/>
                  </a:lnTo>
                  <a:lnTo>
                    <a:pt x="1772686" y="765596"/>
                  </a:lnTo>
                  <a:lnTo>
                    <a:pt x="1780031" y="720089"/>
                  </a:lnTo>
                  <a:lnTo>
                    <a:pt x="1780031" y="144017"/>
                  </a:lnTo>
                  <a:lnTo>
                    <a:pt x="1772686" y="98511"/>
                  </a:lnTo>
                  <a:lnTo>
                    <a:pt x="1752234" y="58978"/>
                  </a:lnTo>
                  <a:lnTo>
                    <a:pt x="1721053" y="27797"/>
                  </a:lnTo>
                  <a:lnTo>
                    <a:pt x="1681520" y="7345"/>
                  </a:lnTo>
                  <a:lnTo>
                    <a:pt x="1636014" y="0"/>
                  </a:lnTo>
                  <a:close/>
                </a:path>
              </a:pathLst>
            </a:custGeom>
            <a:solidFill>
              <a:srgbClr val="33CE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6932" y="1700783"/>
              <a:ext cx="1780539" cy="864235"/>
            </a:xfrm>
            <a:custGeom>
              <a:avLst/>
              <a:gdLst/>
              <a:ahLst/>
              <a:cxnLst/>
              <a:rect l="l" t="t" r="r" b="b"/>
              <a:pathLst>
                <a:path w="1780539" h="864235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636014" y="0"/>
                  </a:lnTo>
                  <a:lnTo>
                    <a:pt x="1681520" y="7345"/>
                  </a:lnTo>
                  <a:lnTo>
                    <a:pt x="1721053" y="27797"/>
                  </a:lnTo>
                  <a:lnTo>
                    <a:pt x="1752234" y="58978"/>
                  </a:lnTo>
                  <a:lnTo>
                    <a:pt x="1772686" y="98511"/>
                  </a:lnTo>
                  <a:lnTo>
                    <a:pt x="1780031" y="144017"/>
                  </a:lnTo>
                  <a:lnTo>
                    <a:pt x="1780031" y="720089"/>
                  </a:lnTo>
                  <a:lnTo>
                    <a:pt x="1772686" y="765596"/>
                  </a:lnTo>
                  <a:lnTo>
                    <a:pt x="1752234" y="805129"/>
                  </a:lnTo>
                  <a:lnTo>
                    <a:pt x="1721053" y="836310"/>
                  </a:lnTo>
                  <a:lnTo>
                    <a:pt x="1681520" y="856762"/>
                  </a:lnTo>
                  <a:lnTo>
                    <a:pt x="1636014" y="864107"/>
                  </a:lnTo>
                  <a:lnTo>
                    <a:pt x="144017" y="864107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2296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66159" y="1910122"/>
            <a:ext cx="1196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9F9FB"/>
                </a:solidFill>
                <a:latin typeface="Roboto Cn"/>
                <a:cs typeface="Roboto Cn"/>
              </a:rPr>
              <a:t>Staging </a:t>
            </a:r>
            <a:r>
              <a:rPr sz="1800" b="1" spc="-20" dirty="0">
                <a:solidFill>
                  <a:srgbClr val="F9F9FB"/>
                </a:solidFill>
                <a:latin typeface="Roboto Cn"/>
                <a:cs typeface="Roboto Cn"/>
              </a:rPr>
              <a:t>Area</a:t>
            </a:r>
            <a:endParaRPr sz="1800" dirty="0">
              <a:latin typeface="Roboto Cn"/>
              <a:cs typeface="Roboto C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542278" y="1712722"/>
            <a:ext cx="1791335" cy="876935"/>
            <a:chOff x="6542278" y="1712722"/>
            <a:chExt cx="1791335" cy="876935"/>
          </a:xfrm>
        </p:grpSpPr>
        <p:sp>
          <p:nvSpPr>
            <p:cNvPr id="30" name="object 30"/>
            <p:cNvSpPr/>
            <p:nvPr/>
          </p:nvSpPr>
          <p:spPr>
            <a:xfrm>
              <a:off x="6548628" y="1719072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1634490" y="0"/>
                  </a:moveTo>
                  <a:lnTo>
                    <a:pt x="144018" y="0"/>
                  </a:ln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0" y="720089"/>
                  </a:lnTo>
                  <a:lnTo>
                    <a:pt x="7345" y="765596"/>
                  </a:lnTo>
                  <a:lnTo>
                    <a:pt x="27797" y="805129"/>
                  </a:lnTo>
                  <a:lnTo>
                    <a:pt x="58978" y="836310"/>
                  </a:lnTo>
                  <a:lnTo>
                    <a:pt x="98511" y="856762"/>
                  </a:lnTo>
                  <a:lnTo>
                    <a:pt x="144018" y="864107"/>
                  </a:lnTo>
                  <a:lnTo>
                    <a:pt x="1634490" y="864107"/>
                  </a:lnTo>
                  <a:lnTo>
                    <a:pt x="1679996" y="856762"/>
                  </a:lnTo>
                  <a:lnTo>
                    <a:pt x="1719529" y="836310"/>
                  </a:lnTo>
                  <a:lnTo>
                    <a:pt x="1750710" y="805129"/>
                  </a:lnTo>
                  <a:lnTo>
                    <a:pt x="1771162" y="765596"/>
                  </a:lnTo>
                  <a:lnTo>
                    <a:pt x="1778507" y="720089"/>
                  </a:lnTo>
                  <a:lnTo>
                    <a:pt x="1778507" y="144017"/>
                  </a:lnTo>
                  <a:lnTo>
                    <a:pt x="1771162" y="98511"/>
                  </a:lnTo>
                  <a:lnTo>
                    <a:pt x="1750710" y="58978"/>
                  </a:lnTo>
                  <a:lnTo>
                    <a:pt x="1719529" y="27797"/>
                  </a:lnTo>
                  <a:lnTo>
                    <a:pt x="1679996" y="7345"/>
                  </a:lnTo>
                  <a:lnTo>
                    <a:pt x="163449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48628" y="1719072"/>
              <a:ext cx="1778635" cy="864235"/>
            </a:xfrm>
            <a:custGeom>
              <a:avLst/>
              <a:gdLst/>
              <a:ahLst/>
              <a:cxnLst/>
              <a:rect l="l" t="t" r="r" b="b"/>
              <a:pathLst>
                <a:path w="1778634" h="864235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8" y="0"/>
                  </a:lnTo>
                  <a:lnTo>
                    <a:pt x="1634490" y="0"/>
                  </a:lnTo>
                  <a:lnTo>
                    <a:pt x="1679996" y="7345"/>
                  </a:lnTo>
                  <a:lnTo>
                    <a:pt x="1719529" y="27797"/>
                  </a:lnTo>
                  <a:lnTo>
                    <a:pt x="1750710" y="58978"/>
                  </a:lnTo>
                  <a:lnTo>
                    <a:pt x="1771162" y="98511"/>
                  </a:lnTo>
                  <a:lnTo>
                    <a:pt x="1778507" y="144017"/>
                  </a:lnTo>
                  <a:lnTo>
                    <a:pt x="1778507" y="720089"/>
                  </a:lnTo>
                  <a:lnTo>
                    <a:pt x="1771162" y="765596"/>
                  </a:lnTo>
                  <a:lnTo>
                    <a:pt x="1750710" y="805129"/>
                  </a:lnTo>
                  <a:lnTo>
                    <a:pt x="1719529" y="836310"/>
                  </a:lnTo>
                  <a:lnTo>
                    <a:pt x="1679996" y="856762"/>
                  </a:lnTo>
                  <a:lnTo>
                    <a:pt x="1634490" y="864107"/>
                  </a:lnTo>
                  <a:lnTo>
                    <a:pt x="144018" y="864107"/>
                  </a:lnTo>
                  <a:lnTo>
                    <a:pt x="98511" y="856762"/>
                  </a:lnTo>
                  <a:lnTo>
                    <a:pt x="58978" y="836310"/>
                  </a:lnTo>
                  <a:lnTo>
                    <a:pt x="27797" y="805129"/>
                  </a:lnTo>
                  <a:lnTo>
                    <a:pt x="7345" y="765596"/>
                  </a:lnTo>
                  <a:lnTo>
                    <a:pt x="0" y="720089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8E99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934454" y="1991359"/>
            <a:ext cx="1021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F5F5F"/>
                </a:solidFill>
                <a:latin typeface="Roboto Cn"/>
                <a:cs typeface="Roboto Cn"/>
              </a:rPr>
              <a:t>Local</a:t>
            </a:r>
            <a:r>
              <a:rPr sz="1800" b="1" spc="-5" dirty="0">
                <a:solidFill>
                  <a:srgbClr val="5F5F5F"/>
                </a:solidFill>
                <a:latin typeface="Roboto Cn"/>
                <a:cs typeface="Roboto Cn"/>
              </a:rPr>
              <a:t> </a:t>
            </a:r>
            <a:r>
              <a:rPr sz="1800" b="1" spc="-20" dirty="0">
                <a:solidFill>
                  <a:srgbClr val="5F5F5F"/>
                </a:solidFill>
                <a:latin typeface="Roboto Cn"/>
                <a:cs typeface="Roboto Cn"/>
              </a:rPr>
              <a:t>Repo</a:t>
            </a:r>
            <a:endParaRPr sz="1800">
              <a:latin typeface="Roboto Cn"/>
              <a:cs typeface="Roboto C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4A2BD-4670-BBC8-CF09-20CA338C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On passe au TP !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D97228-B09E-D0D4-DD41-1D658EB8A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C'est l'heure du TP : •</a:t>
            </a:r>
          </a:p>
          <a:p>
            <a:r>
              <a:rPr lang="fr-FR" dirty="0"/>
              <a:t> Se rendre sur https://github.com/anaszmeafc/TP1 </a:t>
            </a:r>
          </a:p>
          <a:p>
            <a:r>
              <a:rPr lang="fr-FR" dirty="0"/>
              <a:t>Suivre les indications du README jusqu’à la partie 3 • </a:t>
            </a:r>
          </a:p>
          <a:p>
            <a:r>
              <a:rPr lang="fr-FR" dirty="0"/>
              <a:t>Bien travailler dans le fork du projet ! (il doit y avoir l'</a:t>
            </a:r>
            <a:r>
              <a:rPr lang="fr-FR" dirty="0" err="1"/>
              <a:t>username</a:t>
            </a:r>
            <a:r>
              <a:rPr lang="fr-FR" dirty="0"/>
              <a:t> dans l'url) •</a:t>
            </a:r>
          </a:p>
          <a:p>
            <a:r>
              <a:rPr lang="fr-FR" dirty="0"/>
              <a:t> N'hésitez pas à poser des questions.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3444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Les</a:t>
            </a:r>
            <a:r>
              <a:rPr spc="125" dirty="0"/>
              <a:t> </a:t>
            </a:r>
            <a:r>
              <a:rPr spc="-10"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5876" y="3704589"/>
            <a:ext cx="6976745" cy="2162810"/>
          </a:xfrm>
          <a:prstGeom prst="rect">
            <a:avLst/>
          </a:prstGeom>
        </p:spPr>
        <p:txBody>
          <a:bodyPr vert="horz" wrap="square" lIns="0" tIns="212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7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Roboto"/>
                <a:cs typeface="Roboto"/>
              </a:rPr>
              <a:t>git</a:t>
            </a:r>
            <a:r>
              <a:rPr sz="2400" b="1" spc="-45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checkout</a:t>
            </a:r>
            <a:r>
              <a:rPr sz="2400" b="1" spc="-25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&lt;ma</a:t>
            </a:r>
            <a:r>
              <a:rPr sz="2400" b="1" spc="-55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branche&gt;</a:t>
            </a:r>
            <a:r>
              <a:rPr sz="2400" b="1" spc="-50" dirty="0">
                <a:latin typeface="Roboto"/>
                <a:cs typeface="Roboto"/>
              </a:rPr>
              <a:t> </a:t>
            </a:r>
            <a:r>
              <a:rPr sz="2400" dirty="0">
                <a:latin typeface="Roboto Lt"/>
                <a:cs typeface="Roboto Lt"/>
              </a:rPr>
              <a:t>change</a:t>
            </a:r>
            <a:r>
              <a:rPr sz="2400" spc="-4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de</a:t>
            </a:r>
            <a:r>
              <a:rPr sz="2400" spc="-60" dirty="0">
                <a:latin typeface="Roboto Lt"/>
                <a:cs typeface="Roboto Lt"/>
              </a:rPr>
              <a:t> </a:t>
            </a:r>
            <a:r>
              <a:rPr sz="2400" spc="-10" dirty="0">
                <a:latin typeface="Roboto Lt"/>
                <a:cs typeface="Roboto Lt"/>
              </a:rPr>
              <a:t>branche</a:t>
            </a:r>
            <a:endParaRPr sz="2400" dirty="0">
              <a:latin typeface="Roboto Lt"/>
              <a:cs typeface="Roboto Lt"/>
            </a:endParaRPr>
          </a:p>
          <a:p>
            <a:pPr marL="355600" indent="-34290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Roboto"/>
                <a:cs typeface="Roboto"/>
              </a:rPr>
              <a:t>git</a:t>
            </a:r>
            <a:r>
              <a:rPr sz="2400" b="1" spc="-4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branch</a:t>
            </a:r>
            <a:r>
              <a:rPr sz="2400" b="1" spc="-35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&lt;ma</a:t>
            </a:r>
            <a:r>
              <a:rPr sz="2400" b="1" spc="-4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branche&gt;</a:t>
            </a:r>
            <a:r>
              <a:rPr sz="2400" b="1" spc="-40" dirty="0">
                <a:latin typeface="Roboto"/>
                <a:cs typeface="Roboto"/>
              </a:rPr>
              <a:t> </a:t>
            </a:r>
            <a:r>
              <a:rPr sz="2400" dirty="0">
                <a:latin typeface="Roboto Lt"/>
                <a:cs typeface="Roboto Lt"/>
              </a:rPr>
              <a:t>crée</a:t>
            </a:r>
            <a:r>
              <a:rPr sz="2400" spc="-3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une</a:t>
            </a:r>
            <a:r>
              <a:rPr sz="2400" spc="-45" dirty="0">
                <a:latin typeface="Roboto Lt"/>
                <a:cs typeface="Roboto Lt"/>
              </a:rPr>
              <a:t> </a:t>
            </a:r>
            <a:r>
              <a:rPr sz="2400" spc="-10" dirty="0">
                <a:latin typeface="Roboto Lt"/>
                <a:cs typeface="Roboto Lt"/>
              </a:rPr>
              <a:t>branche</a:t>
            </a:r>
            <a:endParaRPr sz="2400" dirty="0">
              <a:latin typeface="Roboto Lt"/>
              <a:cs typeface="Roboto Lt"/>
            </a:endParaRPr>
          </a:p>
          <a:p>
            <a:pPr marL="355600" marR="5080" indent="-343535">
              <a:lnSpc>
                <a:spcPct val="120000"/>
              </a:lnSpc>
              <a:spcBef>
                <a:spcPts val="101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Roboto"/>
                <a:cs typeface="Roboto"/>
              </a:rPr>
              <a:t>git</a:t>
            </a:r>
            <a:r>
              <a:rPr sz="2400" b="1" spc="-10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diff</a:t>
            </a:r>
            <a:r>
              <a:rPr sz="2400" b="1" spc="5" dirty="0">
                <a:latin typeface="Roboto"/>
                <a:cs typeface="Roboto"/>
              </a:rPr>
              <a:t> </a:t>
            </a:r>
            <a:r>
              <a:rPr sz="2400" b="1" dirty="0">
                <a:latin typeface="Roboto"/>
                <a:cs typeface="Roboto"/>
              </a:rPr>
              <a:t>&lt;référence&gt;</a:t>
            </a:r>
            <a:r>
              <a:rPr sz="2400" b="1" spc="20" dirty="0">
                <a:latin typeface="Roboto"/>
                <a:cs typeface="Roboto"/>
              </a:rPr>
              <a:t> </a:t>
            </a:r>
            <a:r>
              <a:rPr sz="2400" dirty="0">
                <a:latin typeface="Roboto Lt"/>
                <a:cs typeface="Roboto Lt"/>
              </a:rPr>
              <a:t>compare</a:t>
            </a:r>
            <a:r>
              <a:rPr sz="2400" spc="2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la</a:t>
            </a:r>
            <a:r>
              <a:rPr sz="2400" spc="-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branche</a:t>
            </a:r>
            <a:r>
              <a:rPr sz="2400" spc="5" dirty="0">
                <a:latin typeface="Roboto Lt"/>
                <a:cs typeface="Roboto Lt"/>
              </a:rPr>
              <a:t> </a:t>
            </a:r>
            <a:r>
              <a:rPr sz="2400" spc="-10" dirty="0">
                <a:latin typeface="Roboto Lt"/>
                <a:cs typeface="Roboto Lt"/>
              </a:rPr>
              <a:t>courante </a:t>
            </a:r>
            <a:r>
              <a:rPr sz="2400" dirty="0">
                <a:latin typeface="Roboto Lt"/>
                <a:cs typeface="Roboto Lt"/>
              </a:rPr>
              <a:t>avec</a:t>
            </a:r>
            <a:r>
              <a:rPr sz="2400" spc="-6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une</a:t>
            </a:r>
            <a:r>
              <a:rPr sz="2400" spc="-6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branche</a:t>
            </a:r>
            <a:r>
              <a:rPr sz="2400" spc="-4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de</a:t>
            </a:r>
            <a:r>
              <a:rPr sz="2400" spc="-75" dirty="0">
                <a:latin typeface="Roboto Lt"/>
                <a:cs typeface="Roboto Lt"/>
              </a:rPr>
              <a:t> </a:t>
            </a:r>
            <a:r>
              <a:rPr sz="2400" spc="-10" dirty="0">
                <a:latin typeface="Roboto Lt"/>
                <a:cs typeface="Roboto Lt"/>
              </a:rPr>
              <a:t>référence</a:t>
            </a:r>
            <a:endParaRPr sz="2400" dirty="0">
              <a:latin typeface="Roboto Lt"/>
              <a:cs typeface="Roboto 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2946" y="2385440"/>
            <a:ext cx="52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Roboto Lt"/>
                <a:cs typeface="Roboto Lt"/>
              </a:rPr>
              <a:t>main</a:t>
            </a:r>
            <a:endParaRPr sz="1800">
              <a:latin typeface="Roboto Lt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58390" y="1850326"/>
            <a:ext cx="2697480" cy="3992879"/>
            <a:chOff x="8458390" y="1850326"/>
            <a:chExt cx="2697480" cy="3992879"/>
          </a:xfrm>
        </p:grpSpPr>
        <p:sp>
          <p:nvSpPr>
            <p:cNvPr id="6" name="object 6"/>
            <p:cNvSpPr/>
            <p:nvPr/>
          </p:nvSpPr>
          <p:spPr>
            <a:xfrm>
              <a:off x="8626983" y="2228849"/>
              <a:ext cx="1616710" cy="3599815"/>
            </a:xfrm>
            <a:custGeom>
              <a:avLst/>
              <a:gdLst/>
              <a:ahLst/>
              <a:cxnLst/>
              <a:rect l="l" t="t" r="r" b="b"/>
              <a:pathLst>
                <a:path w="1616709" h="3599815">
                  <a:moveTo>
                    <a:pt x="85725" y="85979"/>
                  </a:moveTo>
                  <a:lnTo>
                    <a:pt x="78574" y="71501"/>
                  </a:lnTo>
                  <a:lnTo>
                    <a:pt x="43307" y="0"/>
                  </a:lnTo>
                  <a:lnTo>
                    <a:pt x="0" y="85471"/>
                  </a:lnTo>
                  <a:lnTo>
                    <a:pt x="28486" y="85648"/>
                  </a:lnTo>
                  <a:lnTo>
                    <a:pt x="23355" y="1007364"/>
                  </a:lnTo>
                  <a:lnTo>
                    <a:pt x="51943" y="1007364"/>
                  </a:lnTo>
                  <a:lnTo>
                    <a:pt x="57061" y="85979"/>
                  </a:lnTo>
                  <a:lnTo>
                    <a:pt x="57061" y="85813"/>
                  </a:lnTo>
                  <a:lnTo>
                    <a:pt x="85725" y="85979"/>
                  </a:lnTo>
                  <a:close/>
                </a:path>
                <a:path w="1616709" h="3599815">
                  <a:moveTo>
                    <a:pt x="1300861" y="2129282"/>
                  </a:moveTo>
                  <a:lnTo>
                    <a:pt x="258826" y="1314157"/>
                  </a:lnTo>
                  <a:lnTo>
                    <a:pt x="265747" y="1305306"/>
                  </a:lnTo>
                  <a:lnTo>
                    <a:pt x="276479" y="1291590"/>
                  </a:lnTo>
                  <a:lnTo>
                    <a:pt x="182499" y="1272540"/>
                  </a:lnTo>
                  <a:lnTo>
                    <a:pt x="223647" y="1359154"/>
                  </a:lnTo>
                  <a:lnTo>
                    <a:pt x="241274" y="1336611"/>
                  </a:lnTo>
                  <a:lnTo>
                    <a:pt x="1283208" y="2151761"/>
                  </a:lnTo>
                  <a:lnTo>
                    <a:pt x="1300861" y="2129282"/>
                  </a:lnTo>
                  <a:close/>
                </a:path>
                <a:path w="1616709" h="3599815">
                  <a:moveTo>
                    <a:pt x="1616583" y="3409188"/>
                  </a:moveTo>
                  <a:lnTo>
                    <a:pt x="1611541" y="3365525"/>
                  </a:lnTo>
                  <a:lnTo>
                    <a:pt x="1597202" y="3325444"/>
                  </a:lnTo>
                  <a:lnTo>
                    <a:pt x="1574711" y="3290074"/>
                  </a:lnTo>
                  <a:lnTo>
                    <a:pt x="1545196" y="3260560"/>
                  </a:lnTo>
                  <a:lnTo>
                    <a:pt x="1509826" y="3238068"/>
                  </a:lnTo>
                  <a:lnTo>
                    <a:pt x="1469745" y="3223730"/>
                  </a:lnTo>
                  <a:lnTo>
                    <a:pt x="1451610" y="3221647"/>
                  </a:lnTo>
                  <a:lnTo>
                    <a:pt x="1456093" y="2489327"/>
                  </a:lnTo>
                  <a:lnTo>
                    <a:pt x="1456093" y="2489162"/>
                  </a:lnTo>
                  <a:lnTo>
                    <a:pt x="1484630" y="2489327"/>
                  </a:lnTo>
                  <a:lnTo>
                    <a:pt x="1477505" y="2474849"/>
                  </a:lnTo>
                  <a:lnTo>
                    <a:pt x="1442339" y="2403348"/>
                  </a:lnTo>
                  <a:lnTo>
                    <a:pt x="1398905" y="2488819"/>
                  </a:lnTo>
                  <a:lnTo>
                    <a:pt x="1427518" y="2488996"/>
                  </a:lnTo>
                  <a:lnTo>
                    <a:pt x="1423047" y="3219043"/>
                  </a:lnTo>
                  <a:lnTo>
                    <a:pt x="1382407" y="3223730"/>
                  </a:lnTo>
                  <a:lnTo>
                    <a:pt x="1342326" y="3238068"/>
                  </a:lnTo>
                  <a:lnTo>
                    <a:pt x="1306957" y="3260560"/>
                  </a:lnTo>
                  <a:lnTo>
                    <a:pt x="1277442" y="3290074"/>
                  </a:lnTo>
                  <a:lnTo>
                    <a:pt x="1254950" y="3325444"/>
                  </a:lnTo>
                  <a:lnTo>
                    <a:pt x="1240612" y="3365525"/>
                  </a:lnTo>
                  <a:lnTo>
                    <a:pt x="1235583" y="3409188"/>
                  </a:lnTo>
                  <a:lnTo>
                    <a:pt x="1240612" y="3452876"/>
                  </a:lnTo>
                  <a:lnTo>
                    <a:pt x="1254950" y="3492970"/>
                  </a:lnTo>
                  <a:lnTo>
                    <a:pt x="1277442" y="3528339"/>
                  </a:lnTo>
                  <a:lnTo>
                    <a:pt x="1306957" y="3557841"/>
                  </a:lnTo>
                  <a:lnTo>
                    <a:pt x="1342326" y="3580333"/>
                  </a:lnTo>
                  <a:lnTo>
                    <a:pt x="1382407" y="3594658"/>
                  </a:lnTo>
                  <a:lnTo>
                    <a:pt x="1426083" y="3599688"/>
                  </a:lnTo>
                  <a:lnTo>
                    <a:pt x="1469745" y="3594658"/>
                  </a:lnTo>
                  <a:lnTo>
                    <a:pt x="1509826" y="3580333"/>
                  </a:lnTo>
                  <a:lnTo>
                    <a:pt x="1545196" y="3557841"/>
                  </a:lnTo>
                  <a:lnTo>
                    <a:pt x="1574711" y="3528339"/>
                  </a:lnTo>
                  <a:lnTo>
                    <a:pt x="1597202" y="3492970"/>
                  </a:lnTo>
                  <a:lnTo>
                    <a:pt x="1611541" y="3452876"/>
                  </a:lnTo>
                  <a:lnTo>
                    <a:pt x="1616583" y="340918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62566" y="54475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73234" y="3441953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4503" y="819645"/>
                  </a:lnTo>
                  <a:lnTo>
                    <a:pt x="218986" y="85979"/>
                  </a:lnTo>
                  <a:lnTo>
                    <a:pt x="218986" y="85813"/>
                  </a:lnTo>
                  <a:lnTo>
                    <a:pt x="247523" y="85979"/>
                  </a:lnTo>
                  <a:lnTo>
                    <a:pt x="240398" y="71501"/>
                  </a:lnTo>
                  <a:lnTo>
                    <a:pt x="205232" y="0"/>
                  </a:lnTo>
                  <a:lnTo>
                    <a:pt x="161798" y="85471"/>
                  </a:lnTo>
                  <a:lnTo>
                    <a:pt x="190411" y="85648"/>
                  </a:lnTo>
                  <a:lnTo>
                    <a:pt x="185940" y="817397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873234" y="425881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0999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499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91522" y="2244089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91522" y="305943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22002" y="186461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22002" y="186461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72678" y="317525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72678" y="317525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72678" y="186461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72678" y="186461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357104" y="2037080"/>
              <a:ext cx="798830" cy="375920"/>
            </a:xfrm>
            <a:custGeom>
              <a:avLst/>
              <a:gdLst/>
              <a:ahLst/>
              <a:cxnLst/>
              <a:rect l="l" t="t" r="r" b="b"/>
              <a:pathLst>
                <a:path w="798829" h="375919">
                  <a:moveTo>
                    <a:pt x="168828" y="52528"/>
                  </a:moveTo>
                  <a:lnTo>
                    <a:pt x="146242" y="105115"/>
                  </a:lnTo>
                  <a:lnTo>
                    <a:pt x="775716" y="375412"/>
                  </a:lnTo>
                  <a:lnTo>
                    <a:pt x="798322" y="322834"/>
                  </a:lnTo>
                  <a:lnTo>
                    <a:pt x="168828" y="52528"/>
                  </a:lnTo>
                  <a:close/>
                </a:path>
                <a:path w="798829" h="375919">
                  <a:moveTo>
                    <a:pt x="191389" y="0"/>
                  </a:moveTo>
                  <a:lnTo>
                    <a:pt x="0" y="11175"/>
                  </a:lnTo>
                  <a:lnTo>
                    <a:pt x="123698" y="157607"/>
                  </a:lnTo>
                  <a:lnTo>
                    <a:pt x="146242" y="105115"/>
                  </a:lnTo>
                  <a:lnTo>
                    <a:pt x="120015" y="93853"/>
                  </a:lnTo>
                  <a:lnTo>
                    <a:pt x="142621" y="41275"/>
                  </a:lnTo>
                  <a:lnTo>
                    <a:pt x="173661" y="41275"/>
                  </a:lnTo>
                  <a:lnTo>
                    <a:pt x="191389" y="0"/>
                  </a:lnTo>
                  <a:close/>
                </a:path>
                <a:path w="798829" h="375919">
                  <a:moveTo>
                    <a:pt x="142621" y="41275"/>
                  </a:moveTo>
                  <a:lnTo>
                    <a:pt x="120015" y="93853"/>
                  </a:lnTo>
                  <a:lnTo>
                    <a:pt x="146242" y="105115"/>
                  </a:lnTo>
                  <a:lnTo>
                    <a:pt x="168828" y="52528"/>
                  </a:lnTo>
                  <a:lnTo>
                    <a:pt x="142621" y="41275"/>
                  </a:lnTo>
                  <a:close/>
                </a:path>
                <a:path w="798829" h="375919">
                  <a:moveTo>
                    <a:pt x="173661" y="41275"/>
                  </a:moveTo>
                  <a:lnTo>
                    <a:pt x="142621" y="41275"/>
                  </a:lnTo>
                  <a:lnTo>
                    <a:pt x="168828" y="52528"/>
                  </a:lnTo>
                  <a:lnTo>
                    <a:pt x="173661" y="4127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56478" y="2390013"/>
            <a:ext cx="16973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pc="-35" dirty="0" err="1">
                <a:latin typeface="Roboto Lt"/>
                <a:cs typeface="Roboto Lt"/>
              </a:rPr>
              <a:t>prj</a:t>
            </a:r>
            <a:r>
              <a:rPr lang="fr-FR" spc="-35" dirty="0">
                <a:latin typeface="Roboto Lt"/>
                <a:cs typeface="Roboto Lt"/>
              </a:rPr>
              <a:t>-web</a:t>
            </a:r>
            <a:endParaRPr lang="fr-FR" dirty="0">
              <a:latin typeface="Roboto Lt"/>
              <a:cs typeface="Roboto 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3650" y="2110994"/>
            <a:ext cx="793750" cy="326390"/>
          </a:xfrm>
          <a:custGeom>
            <a:avLst/>
            <a:gdLst/>
            <a:ahLst/>
            <a:cxnLst/>
            <a:rect l="l" t="t" r="r" b="b"/>
            <a:pathLst>
              <a:path w="793750" h="326389">
                <a:moveTo>
                  <a:pt x="622429" y="53938"/>
                </a:moveTo>
                <a:lnTo>
                  <a:pt x="0" y="272288"/>
                </a:lnTo>
                <a:lnTo>
                  <a:pt x="18796" y="326135"/>
                </a:lnTo>
                <a:lnTo>
                  <a:pt x="641349" y="107864"/>
                </a:lnTo>
                <a:lnTo>
                  <a:pt x="622429" y="53938"/>
                </a:lnTo>
                <a:close/>
              </a:path>
              <a:path w="793750" h="326389">
                <a:moveTo>
                  <a:pt x="774048" y="44450"/>
                </a:moveTo>
                <a:lnTo>
                  <a:pt x="649477" y="44450"/>
                </a:lnTo>
                <a:lnTo>
                  <a:pt x="668274" y="98425"/>
                </a:lnTo>
                <a:lnTo>
                  <a:pt x="641349" y="107864"/>
                </a:lnTo>
                <a:lnTo>
                  <a:pt x="660273" y="161797"/>
                </a:lnTo>
                <a:lnTo>
                  <a:pt x="774048" y="44450"/>
                </a:lnTo>
                <a:close/>
              </a:path>
              <a:path w="793750" h="326389">
                <a:moveTo>
                  <a:pt x="649477" y="44450"/>
                </a:moveTo>
                <a:lnTo>
                  <a:pt x="622429" y="53938"/>
                </a:lnTo>
                <a:lnTo>
                  <a:pt x="641349" y="107864"/>
                </a:lnTo>
                <a:lnTo>
                  <a:pt x="668274" y="98425"/>
                </a:lnTo>
                <a:lnTo>
                  <a:pt x="649477" y="44450"/>
                </a:lnTo>
                <a:close/>
              </a:path>
              <a:path w="793750" h="326389">
                <a:moveTo>
                  <a:pt x="603503" y="0"/>
                </a:moveTo>
                <a:lnTo>
                  <a:pt x="622429" y="53938"/>
                </a:lnTo>
                <a:lnTo>
                  <a:pt x="649477" y="44450"/>
                </a:lnTo>
                <a:lnTo>
                  <a:pt x="774048" y="44450"/>
                </a:lnTo>
                <a:lnTo>
                  <a:pt x="793750" y="24129"/>
                </a:lnTo>
                <a:lnTo>
                  <a:pt x="603503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Les</a:t>
            </a:r>
            <a:r>
              <a:rPr spc="70" dirty="0"/>
              <a:t> </a:t>
            </a:r>
            <a:r>
              <a:rPr dirty="0"/>
              <a:t>commits</a:t>
            </a:r>
            <a:r>
              <a:rPr spc="85" dirty="0"/>
              <a:t> </a:t>
            </a:r>
            <a:r>
              <a:rPr dirty="0"/>
              <a:t>et</a:t>
            </a:r>
            <a:r>
              <a:rPr spc="90" dirty="0"/>
              <a:t> </a:t>
            </a:r>
            <a:r>
              <a:rPr spc="55" dirty="0"/>
              <a:t>les</a:t>
            </a:r>
            <a:r>
              <a:rPr spc="85" dirty="0"/>
              <a:t> </a:t>
            </a:r>
            <a:r>
              <a:rPr spc="-10"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6159" y="1042542"/>
            <a:ext cx="52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Roboto Lt"/>
                <a:cs typeface="Roboto Lt"/>
              </a:rPr>
              <a:t>main</a:t>
            </a:r>
            <a:endParaRPr sz="1800">
              <a:latin typeface="Roboto Lt"/>
              <a:cs typeface="Roboto 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99532" y="3947159"/>
            <a:ext cx="2052955" cy="483234"/>
          </a:xfrm>
          <a:custGeom>
            <a:avLst/>
            <a:gdLst/>
            <a:ahLst/>
            <a:cxnLst/>
            <a:rect l="l" t="t" r="r" b="b"/>
            <a:pathLst>
              <a:path w="2052954" h="483235">
                <a:moveTo>
                  <a:pt x="1811273" y="0"/>
                </a:moveTo>
                <a:lnTo>
                  <a:pt x="1811273" y="150240"/>
                </a:lnTo>
                <a:lnTo>
                  <a:pt x="0" y="150240"/>
                </a:lnTo>
                <a:lnTo>
                  <a:pt x="0" y="332866"/>
                </a:lnTo>
                <a:lnTo>
                  <a:pt x="1811273" y="332866"/>
                </a:lnTo>
                <a:lnTo>
                  <a:pt x="1811273" y="483107"/>
                </a:lnTo>
                <a:lnTo>
                  <a:pt x="2052827" y="241553"/>
                </a:lnTo>
                <a:lnTo>
                  <a:pt x="1811273" y="0"/>
                </a:lnTo>
                <a:close/>
              </a:path>
            </a:pathLst>
          </a:custGeom>
          <a:solidFill>
            <a:srgbClr val="6D8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06487" y="1762505"/>
            <a:ext cx="2197735" cy="4220845"/>
            <a:chOff x="1106487" y="1762505"/>
            <a:chExt cx="2197735" cy="4220845"/>
          </a:xfrm>
        </p:grpSpPr>
        <p:sp>
          <p:nvSpPr>
            <p:cNvPr id="6" name="object 6"/>
            <p:cNvSpPr/>
            <p:nvPr/>
          </p:nvSpPr>
          <p:spPr>
            <a:xfrm>
              <a:off x="1794510" y="3641597"/>
              <a:ext cx="1435735" cy="2327275"/>
            </a:xfrm>
            <a:custGeom>
              <a:avLst/>
              <a:gdLst/>
              <a:ahLst/>
              <a:cxnLst/>
              <a:rect l="l" t="t" r="r" b="b"/>
              <a:pathLst>
                <a:path w="1435735" h="2327275">
                  <a:moveTo>
                    <a:pt x="1118362" y="856742"/>
                  </a:moveTo>
                  <a:lnTo>
                    <a:pt x="76327" y="41617"/>
                  </a:lnTo>
                  <a:lnTo>
                    <a:pt x="83248" y="32766"/>
                  </a:lnTo>
                  <a:lnTo>
                    <a:pt x="93980" y="19050"/>
                  </a:lnTo>
                  <a:lnTo>
                    <a:pt x="0" y="0"/>
                  </a:lnTo>
                  <a:lnTo>
                    <a:pt x="41148" y="86614"/>
                  </a:lnTo>
                  <a:lnTo>
                    <a:pt x="58775" y="64071"/>
                  </a:lnTo>
                  <a:lnTo>
                    <a:pt x="1100709" y="879221"/>
                  </a:lnTo>
                  <a:lnTo>
                    <a:pt x="1118362" y="856742"/>
                  </a:lnTo>
                  <a:close/>
                </a:path>
                <a:path w="1435735" h="2327275">
                  <a:moveTo>
                    <a:pt x="1435608" y="2136648"/>
                  </a:moveTo>
                  <a:lnTo>
                    <a:pt x="1430566" y="2092972"/>
                  </a:lnTo>
                  <a:lnTo>
                    <a:pt x="1416227" y="2052878"/>
                  </a:lnTo>
                  <a:lnTo>
                    <a:pt x="1393736" y="2017509"/>
                  </a:lnTo>
                  <a:lnTo>
                    <a:pt x="1364221" y="1988007"/>
                  </a:lnTo>
                  <a:lnTo>
                    <a:pt x="1328851" y="1965515"/>
                  </a:lnTo>
                  <a:lnTo>
                    <a:pt x="1288770" y="1951189"/>
                  </a:lnTo>
                  <a:lnTo>
                    <a:pt x="1269111" y="1948929"/>
                  </a:lnTo>
                  <a:lnTo>
                    <a:pt x="1273594" y="1215263"/>
                  </a:lnTo>
                  <a:lnTo>
                    <a:pt x="1273594" y="1215097"/>
                  </a:lnTo>
                  <a:lnTo>
                    <a:pt x="1302131" y="1215263"/>
                  </a:lnTo>
                  <a:lnTo>
                    <a:pt x="1295006" y="1200785"/>
                  </a:lnTo>
                  <a:lnTo>
                    <a:pt x="1259840" y="1129284"/>
                  </a:lnTo>
                  <a:lnTo>
                    <a:pt x="1216406" y="1214755"/>
                  </a:lnTo>
                  <a:lnTo>
                    <a:pt x="1245019" y="1214932"/>
                  </a:lnTo>
                  <a:lnTo>
                    <a:pt x="1240548" y="1946681"/>
                  </a:lnTo>
                  <a:lnTo>
                    <a:pt x="1201432" y="1951189"/>
                  </a:lnTo>
                  <a:lnTo>
                    <a:pt x="1161351" y="1965515"/>
                  </a:lnTo>
                  <a:lnTo>
                    <a:pt x="1125982" y="1988007"/>
                  </a:lnTo>
                  <a:lnTo>
                    <a:pt x="1096467" y="2017509"/>
                  </a:lnTo>
                  <a:lnTo>
                    <a:pt x="1073975" y="2052878"/>
                  </a:lnTo>
                  <a:lnTo>
                    <a:pt x="1059637" y="2092972"/>
                  </a:lnTo>
                  <a:lnTo>
                    <a:pt x="1054608" y="2136648"/>
                  </a:lnTo>
                  <a:lnTo>
                    <a:pt x="1059637" y="2180336"/>
                  </a:lnTo>
                  <a:lnTo>
                    <a:pt x="1073975" y="2220430"/>
                  </a:lnTo>
                  <a:lnTo>
                    <a:pt x="1096467" y="2255799"/>
                  </a:lnTo>
                  <a:lnTo>
                    <a:pt x="1125982" y="2285301"/>
                  </a:lnTo>
                  <a:lnTo>
                    <a:pt x="1161351" y="2307793"/>
                  </a:lnTo>
                  <a:lnTo>
                    <a:pt x="1201432" y="2322118"/>
                  </a:lnTo>
                  <a:lnTo>
                    <a:pt x="1245108" y="2327148"/>
                  </a:lnTo>
                  <a:lnTo>
                    <a:pt x="1288770" y="2322118"/>
                  </a:lnTo>
                  <a:lnTo>
                    <a:pt x="1328851" y="2307793"/>
                  </a:lnTo>
                  <a:lnTo>
                    <a:pt x="1364221" y="2285301"/>
                  </a:lnTo>
                  <a:lnTo>
                    <a:pt x="1393736" y="2255799"/>
                  </a:lnTo>
                  <a:lnTo>
                    <a:pt x="1416227" y="2220430"/>
                  </a:lnTo>
                  <a:lnTo>
                    <a:pt x="1430566" y="2180336"/>
                  </a:lnTo>
                  <a:lnTo>
                    <a:pt x="1435608" y="213664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9117" y="558774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58262" y="3582161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4503" y="818121"/>
                  </a:lnTo>
                  <a:lnTo>
                    <a:pt x="218986" y="85979"/>
                  </a:lnTo>
                  <a:lnTo>
                    <a:pt x="218986" y="85813"/>
                  </a:lnTo>
                  <a:lnTo>
                    <a:pt x="247523" y="85979"/>
                  </a:lnTo>
                  <a:lnTo>
                    <a:pt x="240398" y="71501"/>
                  </a:lnTo>
                  <a:lnTo>
                    <a:pt x="205232" y="0"/>
                  </a:lnTo>
                  <a:lnTo>
                    <a:pt x="161798" y="85471"/>
                  </a:lnTo>
                  <a:lnTo>
                    <a:pt x="190411" y="85648"/>
                  </a:lnTo>
                  <a:lnTo>
                    <a:pt x="186055" y="815860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58261" y="439750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76550" y="2382773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6027" y="819823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7219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76550" y="31996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08554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0999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08554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0999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57706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57706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06487" y="1762505"/>
              <a:ext cx="1741805" cy="1644650"/>
            </a:xfrm>
            <a:custGeom>
              <a:avLst/>
              <a:gdLst/>
              <a:ahLst/>
              <a:cxnLst/>
              <a:rect l="l" t="t" r="r" b="b"/>
              <a:pathLst>
                <a:path w="1741805" h="1644650">
                  <a:moveTo>
                    <a:pt x="347535" y="1644650"/>
                  </a:moveTo>
                  <a:lnTo>
                    <a:pt x="323608" y="1557401"/>
                  </a:lnTo>
                  <a:lnTo>
                    <a:pt x="296862" y="1459865"/>
                  </a:lnTo>
                  <a:lnTo>
                    <a:pt x="254355" y="1497977"/>
                  </a:lnTo>
                  <a:lnTo>
                    <a:pt x="42545" y="1261872"/>
                  </a:lnTo>
                  <a:lnTo>
                    <a:pt x="0" y="1299972"/>
                  </a:lnTo>
                  <a:lnTo>
                    <a:pt x="211823" y="1536103"/>
                  </a:lnTo>
                  <a:lnTo>
                    <a:pt x="169227" y="1574292"/>
                  </a:lnTo>
                  <a:lnTo>
                    <a:pt x="347535" y="1644650"/>
                  </a:lnTo>
                  <a:close/>
                </a:path>
                <a:path w="1741805" h="1644650">
                  <a:moveTo>
                    <a:pt x="1741614" y="427990"/>
                  </a:moveTo>
                  <a:lnTo>
                    <a:pt x="1711794" y="385826"/>
                  </a:lnTo>
                  <a:lnTo>
                    <a:pt x="1630997" y="271526"/>
                  </a:lnTo>
                  <a:lnTo>
                    <a:pt x="1604010" y="321932"/>
                  </a:lnTo>
                  <a:lnTo>
                    <a:pt x="1002474" y="0"/>
                  </a:lnTo>
                  <a:lnTo>
                    <a:pt x="975550" y="50292"/>
                  </a:lnTo>
                  <a:lnTo>
                    <a:pt x="1577009" y="372364"/>
                  </a:lnTo>
                  <a:lnTo>
                    <a:pt x="1550098" y="422656"/>
                  </a:lnTo>
                  <a:lnTo>
                    <a:pt x="1741614" y="42799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324343" y="1406905"/>
            <a:ext cx="2559050" cy="4576445"/>
            <a:chOff x="7324343" y="1406905"/>
            <a:chExt cx="2559050" cy="4576445"/>
          </a:xfrm>
        </p:grpSpPr>
        <p:sp>
          <p:nvSpPr>
            <p:cNvPr id="18" name="object 18"/>
            <p:cNvSpPr/>
            <p:nvPr/>
          </p:nvSpPr>
          <p:spPr>
            <a:xfrm>
              <a:off x="7952994" y="3641597"/>
              <a:ext cx="1434465" cy="2327275"/>
            </a:xfrm>
            <a:custGeom>
              <a:avLst/>
              <a:gdLst/>
              <a:ahLst/>
              <a:cxnLst/>
              <a:rect l="l" t="t" r="r" b="b"/>
              <a:pathLst>
                <a:path w="1434465" h="2327275">
                  <a:moveTo>
                    <a:pt x="1118362" y="856742"/>
                  </a:moveTo>
                  <a:lnTo>
                    <a:pt x="76327" y="41617"/>
                  </a:lnTo>
                  <a:lnTo>
                    <a:pt x="83248" y="32766"/>
                  </a:lnTo>
                  <a:lnTo>
                    <a:pt x="93980" y="19050"/>
                  </a:lnTo>
                  <a:lnTo>
                    <a:pt x="0" y="0"/>
                  </a:lnTo>
                  <a:lnTo>
                    <a:pt x="41148" y="86614"/>
                  </a:lnTo>
                  <a:lnTo>
                    <a:pt x="58775" y="64071"/>
                  </a:lnTo>
                  <a:lnTo>
                    <a:pt x="1100709" y="879221"/>
                  </a:lnTo>
                  <a:lnTo>
                    <a:pt x="1118362" y="856742"/>
                  </a:lnTo>
                  <a:close/>
                </a:path>
                <a:path w="1434465" h="2327275">
                  <a:moveTo>
                    <a:pt x="1434084" y="2136648"/>
                  </a:moveTo>
                  <a:lnTo>
                    <a:pt x="1429042" y="2092972"/>
                  </a:lnTo>
                  <a:lnTo>
                    <a:pt x="1414703" y="2052878"/>
                  </a:lnTo>
                  <a:lnTo>
                    <a:pt x="1392212" y="2017509"/>
                  </a:lnTo>
                  <a:lnTo>
                    <a:pt x="1362697" y="1988007"/>
                  </a:lnTo>
                  <a:lnTo>
                    <a:pt x="1327327" y="1965515"/>
                  </a:lnTo>
                  <a:lnTo>
                    <a:pt x="1287246" y="1951189"/>
                  </a:lnTo>
                  <a:lnTo>
                    <a:pt x="1269111" y="1949107"/>
                  </a:lnTo>
                  <a:lnTo>
                    <a:pt x="1273594" y="1215263"/>
                  </a:lnTo>
                  <a:lnTo>
                    <a:pt x="1273594" y="1215097"/>
                  </a:lnTo>
                  <a:lnTo>
                    <a:pt x="1302131" y="1215263"/>
                  </a:lnTo>
                  <a:lnTo>
                    <a:pt x="1295006" y="1200785"/>
                  </a:lnTo>
                  <a:lnTo>
                    <a:pt x="1259840" y="1129284"/>
                  </a:lnTo>
                  <a:lnTo>
                    <a:pt x="1216406" y="1214755"/>
                  </a:lnTo>
                  <a:lnTo>
                    <a:pt x="1245019" y="1214932"/>
                  </a:lnTo>
                  <a:lnTo>
                    <a:pt x="1240548" y="1946503"/>
                  </a:lnTo>
                  <a:lnTo>
                    <a:pt x="1199908" y="1951189"/>
                  </a:lnTo>
                  <a:lnTo>
                    <a:pt x="1159827" y="1965515"/>
                  </a:lnTo>
                  <a:lnTo>
                    <a:pt x="1124458" y="1988007"/>
                  </a:lnTo>
                  <a:lnTo>
                    <a:pt x="1094943" y="2017509"/>
                  </a:lnTo>
                  <a:lnTo>
                    <a:pt x="1072451" y="2052878"/>
                  </a:lnTo>
                  <a:lnTo>
                    <a:pt x="1058113" y="2092972"/>
                  </a:lnTo>
                  <a:lnTo>
                    <a:pt x="1053084" y="2136648"/>
                  </a:lnTo>
                  <a:lnTo>
                    <a:pt x="1058113" y="2180336"/>
                  </a:lnTo>
                  <a:lnTo>
                    <a:pt x="1072451" y="2220430"/>
                  </a:lnTo>
                  <a:lnTo>
                    <a:pt x="1094943" y="2255799"/>
                  </a:lnTo>
                  <a:lnTo>
                    <a:pt x="1124458" y="2285301"/>
                  </a:lnTo>
                  <a:lnTo>
                    <a:pt x="1159827" y="2307793"/>
                  </a:lnTo>
                  <a:lnTo>
                    <a:pt x="1199908" y="2322118"/>
                  </a:lnTo>
                  <a:lnTo>
                    <a:pt x="1243584" y="2327148"/>
                  </a:lnTo>
                  <a:lnTo>
                    <a:pt x="1287246" y="2322118"/>
                  </a:lnTo>
                  <a:lnTo>
                    <a:pt x="1327327" y="2307793"/>
                  </a:lnTo>
                  <a:lnTo>
                    <a:pt x="1362697" y="2285301"/>
                  </a:lnTo>
                  <a:lnTo>
                    <a:pt x="1392212" y="2255799"/>
                  </a:lnTo>
                  <a:lnTo>
                    <a:pt x="1414703" y="2220430"/>
                  </a:lnTo>
                  <a:lnTo>
                    <a:pt x="1429042" y="2180336"/>
                  </a:lnTo>
                  <a:lnTo>
                    <a:pt x="1434084" y="213664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06077" y="558774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15222" y="3582161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15221" y="439750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35033" y="2382773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6027" y="819823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7219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35033" y="31996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65513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65513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16189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16189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24343" y="1406905"/>
              <a:ext cx="2559050" cy="1954530"/>
            </a:xfrm>
            <a:custGeom>
              <a:avLst/>
              <a:gdLst/>
              <a:ahLst/>
              <a:cxnLst/>
              <a:rect l="l" t="t" r="r" b="b"/>
              <a:pathLst>
                <a:path w="2559050" h="1954529">
                  <a:moveTo>
                    <a:pt x="347599" y="1954530"/>
                  </a:moveTo>
                  <a:lnTo>
                    <a:pt x="323672" y="1867281"/>
                  </a:lnTo>
                  <a:lnTo>
                    <a:pt x="296926" y="1769745"/>
                  </a:lnTo>
                  <a:lnTo>
                    <a:pt x="254342" y="1807921"/>
                  </a:lnTo>
                  <a:lnTo>
                    <a:pt x="42545" y="1571752"/>
                  </a:lnTo>
                  <a:lnTo>
                    <a:pt x="0" y="1609852"/>
                  </a:lnTo>
                  <a:lnTo>
                    <a:pt x="211886" y="1845983"/>
                  </a:lnTo>
                  <a:lnTo>
                    <a:pt x="169291" y="1884172"/>
                  </a:lnTo>
                  <a:lnTo>
                    <a:pt x="347599" y="1954530"/>
                  </a:lnTo>
                  <a:close/>
                </a:path>
                <a:path w="2559050" h="1954529">
                  <a:moveTo>
                    <a:pt x="2558542" y="36068"/>
                  </a:moveTo>
                  <a:lnTo>
                    <a:pt x="2514346" y="0"/>
                  </a:lnTo>
                  <a:lnTo>
                    <a:pt x="2171230" y="419239"/>
                  </a:lnTo>
                  <a:lnTo>
                    <a:pt x="2126996" y="383032"/>
                  </a:lnTo>
                  <a:lnTo>
                    <a:pt x="2084832" y="569976"/>
                  </a:lnTo>
                  <a:lnTo>
                    <a:pt x="2259711" y="491617"/>
                  </a:lnTo>
                  <a:lnTo>
                    <a:pt x="2242477" y="477520"/>
                  </a:lnTo>
                  <a:lnTo>
                    <a:pt x="2215515" y="455472"/>
                  </a:lnTo>
                  <a:lnTo>
                    <a:pt x="2558542" y="36068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78628" y="4405376"/>
            <a:ext cx="2162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On</a:t>
            </a:r>
            <a:r>
              <a:rPr sz="1800" b="1" spc="-2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ajoute</a:t>
            </a:r>
            <a:r>
              <a:rPr sz="1800" b="1" spc="-2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un</a:t>
            </a:r>
            <a:r>
              <a:rPr sz="1800" b="1" spc="-10" dirty="0">
                <a:latin typeface="Roboto"/>
                <a:cs typeface="Roboto"/>
              </a:rPr>
              <a:t> commit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latin typeface="Roboto"/>
                <a:cs typeface="Roboto"/>
              </a:rPr>
              <a:t>«</a:t>
            </a:r>
            <a:r>
              <a:rPr sz="1800" b="1" spc="-1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Bug</a:t>
            </a:r>
            <a:r>
              <a:rPr sz="1800" b="1" spc="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fix</a:t>
            </a:r>
            <a:r>
              <a:rPr sz="1800" b="1" spc="-10" dirty="0">
                <a:latin typeface="Roboto"/>
                <a:cs typeface="Roboto"/>
              </a:rPr>
              <a:t> </a:t>
            </a:r>
            <a:r>
              <a:rPr sz="1800" b="1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65630" y="1514094"/>
            <a:ext cx="52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Roboto Lt"/>
                <a:cs typeface="Roboto Lt"/>
              </a:rPr>
              <a:t>main</a:t>
            </a:r>
            <a:endParaRPr sz="1800">
              <a:latin typeface="Roboto Lt"/>
              <a:cs typeface="Roboto L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0167" y="2679268"/>
            <a:ext cx="16979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35" dirty="0" err="1">
                <a:latin typeface="Roboto Lt"/>
                <a:cs typeface="Roboto Lt"/>
              </a:rPr>
              <a:t>prj</a:t>
            </a:r>
            <a:r>
              <a:rPr lang="fr-FR" spc="-35" dirty="0">
                <a:latin typeface="Roboto Lt"/>
                <a:cs typeface="Roboto Lt"/>
              </a:rPr>
              <a:t>-web</a:t>
            </a:r>
            <a:endParaRPr sz="1800" dirty="0">
              <a:latin typeface="Roboto Lt"/>
              <a:cs typeface="Roboto L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47720" y="5621832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Initial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commit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04717" y="3552825"/>
            <a:ext cx="107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 Add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new </a:t>
            </a:r>
            <a:r>
              <a:rPr sz="1800" dirty="0">
                <a:latin typeface="Roboto"/>
                <a:cs typeface="Roboto"/>
              </a:rPr>
              <a:t>page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571481" y="2036190"/>
            <a:ext cx="1699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Change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color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501378" y="5584647"/>
            <a:ext cx="1744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Initial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commit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26016" y="3128898"/>
            <a:ext cx="10737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 Add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new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page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20808" y="4421200"/>
            <a:ext cx="1478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Add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button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67278" y="4421200"/>
            <a:ext cx="1478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Add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button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70579" y="2011502"/>
            <a:ext cx="1699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Change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color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39661" y="2633929"/>
            <a:ext cx="16979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spc="-35" dirty="0" err="1">
                <a:latin typeface="Roboto Lt"/>
                <a:cs typeface="Roboto Lt"/>
              </a:rPr>
              <a:t>prj</a:t>
            </a:r>
            <a:r>
              <a:rPr lang="fr-FR" sz="1800" spc="-35" dirty="0">
                <a:latin typeface="Roboto Lt"/>
                <a:cs typeface="Roboto Lt"/>
              </a:rPr>
              <a:t>-web</a:t>
            </a:r>
            <a:endParaRPr sz="1800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7296"/>
            <a:ext cx="641604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Les</a:t>
            </a:r>
            <a:r>
              <a:rPr spc="70" dirty="0"/>
              <a:t> </a:t>
            </a:r>
            <a:r>
              <a:rPr dirty="0"/>
              <a:t>commits</a:t>
            </a:r>
            <a:r>
              <a:rPr spc="85" dirty="0"/>
              <a:t> </a:t>
            </a:r>
            <a:r>
              <a:rPr dirty="0"/>
              <a:t>et</a:t>
            </a:r>
            <a:r>
              <a:rPr spc="90" dirty="0"/>
              <a:t> </a:t>
            </a:r>
            <a:r>
              <a:rPr spc="55" dirty="0"/>
              <a:t>les</a:t>
            </a:r>
            <a:r>
              <a:rPr spc="85" dirty="0"/>
              <a:t> </a:t>
            </a:r>
            <a:r>
              <a:rPr spc="-10"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6159" y="1042542"/>
            <a:ext cx="52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Roboto Lt"/>
                <a:cs typeface="Roboto Lt"/>
              </a:rPr>
              <a:t>main</a:t>
            </a:r>
            <a:endParaRPr sz="1800">
              <a:latin typeface="Roboto Lt"/>
              <a:cs typeface="Roboto L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01902" y="1406905"/>
            <a:ext cx="2281555" cy="4576445"/>
            <a:chOff x="7601902" y="1406905"/>
            <a:chExt cx="2281555" cy="4576445"/>
          </a:xfrm>
        </p:grpSpPr>
        <p:sp>
          <p:nvSpPr>
            <p:cNvPr id="5" name="object 5"/>
            <p:cNvSpPr/>
            <p:nvPr/>
          </p:nvSpPr>
          <p:spPr>
            <a:xfrm>
              <a:off x="7770495" y="2369057"/>
              <a:ext cx="1616710" cy="3599815"/>
            </a:xfrm>
            <a:custGeom>
              <a:avLst/>
              <a:gdLst/>
              <a:ahLst/>
              <a:cxnLst/>
              <a:rect l="l" t="t" r="r" b="b"/>
              <a:pathLst>
                <a:path w="1616709" h="3599815">
                  <a:moveTo>
                    <a:pt x="85725" y="85979"/>
                  </a:moveTo>
                  <a:lnTo>
                    <a:pt x="78574" y="71501"/>
                  </a:lnTo>
                  <a:lnTo>
                    <a:pt x="43307" y="0"/>
                  </a:lnTo>
                  <a:lnTo>
                    <a:pt x="0" y="85471"/>
                  </a:lnTo>
                  <a:lnTo>
                    <a:pt x="28486" y="85648"/>
                  </a:lnTo>
                  <a:lnTo>
                    <a:pt x="23355" y="1007364"/>
                  </a:lnTo>
                  <a:lnTo>
                    <a:pt x="51943" y="1007364"/>
                  </a:lnTo>
                  <a:lnTo>
                    <a:pt x="57061" y="85979"/>
                  </a:lnTo>
                  <a:lnTo>
                    <a:pt x="57061" y="85813"/>
                  </a:lnTo>
                  <a:lnTo>
                    <a:pt x="85725" y="85979"/>
                  </a:lnTo>
                  <a:close/>
                </a:path>
                <a:path w="1616709" h="3599815">
                  <a:moveTo>
                    <a:pt x="1300861" y="2129282"/>
                  </a:moveTo>
                  <a:lnTo>
                    <a:pt x="258826" y="1314157"/>
                  </a:lnTo>
                  <a:lnTo>
                    <a:pt x="265747" y="1305306"/>
                  </a:lnTo>
                  <a:lnTo>
                    <a:pt x="276479" y="1291590"/>
                  </a:lnTo>
                  <a:lnTo>
                    <a:pt x="182499" y="1272540"/>
                  </a:lnTo>
                  <a:lnTo>
                    <a:pt x="223647" y="1359154"/>
                  </a:lnTo>
                  <a:lnTo>
                    <a:pt x="241274" y="1336611"/>
                  </a:lnTo>
                  <a:lnTo>
                    <a:pt x="1283208" y="2151761"/>
                  </a:lnTo>
                  <a:lnTo>
                    <a:pt x="1300861" y="2129282"/>
                  </a:lnTo>
                  <a:close/>
                </a:path>
                <a:path w="1616709" h="3599815">
                  <a:moveTo>
                    <a:pt x="1616583" y="3409188"/>
                  </a:moveTo>
                  <a:lnTo>
                    <a:pt x="1611541" y="3365512"/>
                  </a:lnTo>
                  <a:lnTo>
                    <a:pt x="1597202" y="3325418"/>
                  </a:lnTo>
                  <a:lnTo>
                    <a:pt x="1574711" y="3290049"/>
                  </a:lnTo>
                  <a:lnTo>
                    <a:pt x="1545196" y="3260547"/>
                  </a:lnTo>
                  <a:lnTo>
                    <a:pt x="1509826" y="3238055"/>
                  </a:lnTo>
                  <a:lnTo>
                    <a:pt x="1469745" y="3223730"/>
                  </a:lnTo>
                  <a:lnTo>
                    <a:pt x="1451610" y="3221647"/>
                  </a:lnTo>
                  <a:lnTo>
                    <a:pt x="1456093" y="2487803"/>
                  </a:lnTo>
                  <a:lnTo>
                    <a:pt x="1456093" y="2487638"/>
                  </a:lnTo>
                  <a:lnTo>
                    <a:pt x="1484630" y="2487803"/>
                  </a:lnTo>
                  <a:lnTo>
                    <a:pt x="1477505" y="2473325"/>
                  </a:lnTo>
                  <a:lnTo>
                    <a:pt x="1442339" y="2401824"/>
                  </a:lnTo>
                  <a:lnTo>
                    <a:pt x="1398905" y="2487295"/>
                  </a:lnTo>
                  <a:lnTo>
                    <a:pt x="1427518" y="2487472"/>
                  </a:lnTo>
                  <a:lnTo>
                    <a:pt x="1423047" y="3219043"/>
                  </a:lnTo>
                  <a:lnTo>
                    <a:pt x="1382407" y="3223730"/>
                  </a:lnTo>
                  <a:lnTo>
                    <a:pt x="1342326" y="3238055"/>
                  </a:lnTo>
                  <a:lnTo>
                    <a:pt x="1306957" y="3260547"/>
                  </a:lnTo>
                  <a:lnTo>
                    <a:pt x="1277442" y="3290049"/>
                  </a:lnTo>
                  <a:lnTo>
                    <a:pt x="1254950" y="3325418"/>
                  </a:lnTo>
                  <a:lnTo>
                    <a:pt x="1240612" y="3365512"/>
                  </a:lnTo>
                  <a:lnTo>
                    <a:pt x="1235583" y="3409188"/>
                  </a:lnTo>
                  <a:lnTo>
                    <a:pt x="1240612" y="3452876"/>
                  </a:lnTo>
                  <a:lnTo>
                    <a:pt x="1254950" y="3492970"/>
                  </a:lnTo>
                  <a:lnTo>
                    <a:pt x="1277442" y="3528339"/>
                  </a:lnTo>
                  <a:lnTo>
                    <a:pt x="1306957" y="3557841"/>
                  </a:lnTo>
                  <a:lnTo>
                    <a:pt x="1342326" y="3580333"/>
                  </a:lnTo>
                  <a:lnTo>
                    <a:pt x="1382407" y="3594658"/>
                  </a:lnTo>
                  <a:lnTo>
                    <a:pt x="1426083" y="3599688"/>
                  </a:lnTo>
                  <a:lnTo>
                    <a:pt x="1469745" y="3594658"/>
                  </a:lnTo>
                  <a:lnTo>
                    <a:pt x="1509826" y="3580333"/>
                  </a:lnTo>
                  <a:lnTo>
                    <a:pt x="1545196" y="3557841"/>
                  </a:lnTo>
                  <a:lnTo>
                    <a:pt x="1574711" y="3528339"/>
                  </a:lnTo>
                  <a:lnTo>
                    <a:pt x="1597202" y="3492970"/>
                  </a:lnTo>
                  <a:lnTo>
                    <a:pt x="1611541" y="3452876"/>
                  </a:lnTo>
                  <a:lnTo>
                    <a:pt x="1616583" y="340918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06078" y="558774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15222" y="3582161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15222" y="439750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35034" y="2382773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6027" y="819823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7219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35034" y="31996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65514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65514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16190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16190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16190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16190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47076" y="1406905"/>
              <a:ext cx="2035810" cy="570230"/>
            </a:xfrm>
            <a:custGeom>
              <a:avLst/>
              <a:gdLst/>
              <a:ahLst/>
              <a:cxnLst/>
              <a:rect l="l" t="t" r="r" b="b"/>
              <a:pathLst>
                <a:path w="2035809" h="570230">
                  <a:moveTo>
                    <a:pt x="322961" y="83058"/>
                  </a:moveTo>
                  <a:lnTo>
                    <a:pt x="273939" y="53594"/>
                  </a:lnTo>
                  <a:lnTo>
                    <a:pt x="63703" y="404025"/>
                  </a:lnTo>
                  <a:lnTo>
                    <a:pt x="14732" y="374650"/>
                  </a:lnTo>
                  <a:lnTo>
                    <a:pt x="0" y="565658"/>
                  </a:lnTo>
                  <a:lnTo>
                    <a:pt x="161671" y="462788"/>
                  </a:lnTo>
                  <a:lnTo>
                    <a:pt x="153619" y="457962"/>
                  </a:lnTo>
                  <a:lnTo>
                    <a:pt x="112750" y="433451"/>
                  </a:lnTo>
                  <a:lnTo>
                    <a:pt x="322961" y="83058"/>
                  </a:lnTo>
                  <a:close/>
                </a:path>
                <a:path w="2035809" h="570230">
                  <a:moveTo>
                    <a:pt x="2035810" y="36068"/>
                  </a:moveTo>
                  <a:lnTo>
                    <a:pt x="1991614" y="0"/>
                  </a:lnTo>
                  <a:lnTo>
                    <a:pt x="1648498" y="419239"/>
                  </a:lnTo>
                  <a:lnTo>
                    <a:pt x="1604264" y="383032"/>
                  </a:lnTo>
                  <a:lnTo>
                    <a:pt x="1562100" y="569976"/>
                  </a:lnTo>
                  <a:lnTo>
                    <a:pt x="1736979" y="491617"/>
                  </a:lnTo>
                  <a:lnTo>
                    <a:pt x="1719745" y="477520"/>
                  </a:lnTo>
                  <a:lnTo>
                    <a:pt x="1692783" y="455472"/>
                  </a:lnTo>
                  <a:lnTo>
                    <a:pt x="2035810" y="36068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443418" y="1989010"/>
            <a:ext cx="1860550" cy="3994150"/>
            <a:chOff x="1443418" y="1989010"/>
            <a:chExt cx="1860550" cy="3994150"/>
          </a:xfrm>
        </p:grpSpPr>
        <p:sp>
          <p:nvSpPr>
            <p:cNvPr id="19" name="object 19"/>
            <p:cNvSpPr/>
            <p:nvPr/>
          </p:nvSpPr>
          <p:spPr>
            <a:xfrm>
              <a:off x="1794510" y="3641597"/>
              <a:ext cx="1435735" cy="2327275"/>
            </a:xfrm>
            <a:custGeom>
              <a:avLst/>
              <a:gdLst/>
              <a:ahLst/>
              <a:cxnLst/>
              <a:rect l="l" t="t" r="r" b="b"/>
              <a:pathLst>
                <a:path w="1435735" h="2327275">
                  <a:moveTo>
                    <a:pt x="1118362" y="856742"/>
                  </a:moveTo>
                  <a:lnTo>
                    <a:pt x="76327" y="41617"/>
                  </a:lnTo>
                  <a:lnTo>
                    <a:pt x="83248" y="32766"/>
                  </a:lnTo>
                  <a:lnTo>
                    <a:pt x="93980" y="19050"/>
                  </a:lnTo>
                  <a:lnTo>
                    <a:pt x="0" y="0"/>
                  </a:lnTo>
                  <a:lnTo>
                    <a:pt x="41148" y="86614"/>
                  </a:lnTo>
                  <a:lnTo>
                    <a:pt x="58775" y="64071"/>
                  </a:lnTo>
                  <a:lnTo>
                    <a:pt x="1100709" y="879221"/>
                  </a:lnTo>
                  <a:lnTo>
                    <a:pt x="1118362" y="856742"/>
                  </a:lnTo>
                  <a:close/>
                </a:path>
                <a:path w="1435735" h="2327275">
                  <a:moveTo>
                    <a:pt x="1435608" y="2136648"/>
                  </a:moveTo>
                  <a:lnTo>
                    <a:pt x="1430566" y="2092972"/>
                  </a:lnTo>
                  <a:lnTo>
                    <a:pt x="1416227" y="2052878"/>
                  </a:lnTo>
                  <a:lnTo>
                    <a:pt x="1393736" y="2017509"/>
                  </a:lnTo>
                  <a:lnTo>
                    <a:pt x="1364221" y="1988007"/>
                  </a:lnTo>
                  <a:lnTo>
                    <a:pt x="1328851" y="1965515"/>
                  </a:lnTo>
                  <a:lnTo>
                    <a:pt x="1288770" y="1951189"/>
                  </a:lnTo>
                  <a:lnTo>
                    <a:pt x="1269111" y="1948929"/>
                  </a:lnTo>
                  <a:lnTo>
                    <a:pt x="1273594" y="1215263"/>
                  </a:lnTo>
                  <a:lnTo>
                    <a:pt x="1273594" y="1215097"/>
                  </a:lnTo>
                  <a:lnTo>
                    <a:pt x="1302131" y="1215263"/>
                  </a:lnTo>
                  <a:lnTo>
                    <a:pt x="1295006" y="1200785"/>
                  </a:lnTo>
                  <a:lnTo>
                    <a:pt x="1259840" y="1129284"/>
                  </a:lnTo>
                  <a:lnTo>
                    <a:pt x="1216406" y="1214755"/>
                  </a:lnTo>
                  <a:lnTo>
                    <a:pt x="1245019" y="1214932"/>
                  </a:lnTo>
                  <a:lnTo>
                    <a:pt x="1240548" y="1946681"/>
                  </a:lnTo>
                  <a:lnTo>
                    <a:pt x="1201432" y="1951189"/>
                  </a:lnTo>
                  <a:lnTo>
                    <a:pt x="1161351" y="1965515"/>
                  </a:lnTo>
                  <a:lnTo>
                    <a:pt x="1125982" y="1988007"/>
                  </a:lnTo>
                  <a:lnTo>
                    <a:pt x="1096467" y="2017509"/>
                  </a:lnTo>
                  <a:lnTo>
                    <a:pt x="1073975" y="2052878"/>
                  </a:lnTo>
                  <a:lnTo>
                    <a:pt x="1059637" y="2092972"/>
                  </a:lnTo>
                  <a:lnTo>
                    <a:pt x="1054608" y="2136648"/>
                  </a:lnTo>
                  <a:lnTo>
                    <a:pt x="1059637" y="2180336"/>
                  </a:lnTo>
                  <a:lnTo>
                    <a:pt x="1073975" y="2220430"/>
                  </a:lnTo>
                  <a:lnTo>
                    <a:pt x="1096467" y="2255799"/>
                  </a:lnTo>
                  <a:lnTo>
                    <a:pt x="1125982" y="2285301"/>
                  </a:lnTo>
                  <a:lnTo>
                    <a:pt x="1161351" y="2307793"/>
                  </a:lnTo>
                  <a:lnTo>
                    <a:pt x="1201432" y="2322118"/>
                  </a:lnTo>
                  <a:lnTo>
                    <a:pt x="1245108" y="2327148"/>
                  </a:lnTo>
                  <a:lnTo>
                    <a:pt x="1288770" y="2322118"/>
                  </a:lnTo>
                  <a:lnTo>
                    <a:pt x="1328851" y="2307793"/>
                  </a:lnTo>
                  <a:lnTo>
                    <a:pt x="1364221" y="2285301"/>
                  </a:lnTo>
                  <a:lnTo>
                    <a:pt x="1393736" y="2255799"/>
                  </a:lnTo>
                  <a:lnTo>
                    <a:pt x="1416227" y="2220430"/>
                  </a:lnTo>
                  <a:lnTo>
                    <a:pt x="1430566" y="2180336"/>
                  </a:lnTo>
                  <a:lnTo>
                    <a:pt x="1435608" y="213664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49117" y="558774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58262" y="3582161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4503" y="818121"/>
                  </a:lnTo>
                  <a:lnTo>
                    <a:pt x="218986" y="85979"/>
                  </a:lnTo>
                  <a:lnTo>
                    <a:pt x="218986" y="85813"/>
                  </a:lnTo>
                  <a:lnTo>
                    <a:pt x="247523" y="85979"/>
                  </a:lnTo>
                  <a:lnTo>
                    <a:pt x="240398" y="71501"/>
                  </a:lnTo>
                  <a:lnTo>
                    <a:pt x="205232" y="0"/>
                  </a:lnTo>
                  <a:lnTo>
                    <a:pt x="161798" y="85471"/>
                  </a:lnTo>
                  <a:lnTo>
                    <a:pt x="190411" y="85648"/>
                  </a:lnTo>
                  <a:lnTo>
                    <a:pt x="186055" y="815860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58261" y="439750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76550" y="2382773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6027" y="819823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7219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76550" y="31996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08553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0999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08553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0999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57705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57705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65630" y="1020944"/>
            <a:ext cx="7754620" cy="7931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6069330">
              <a:lnSpc>
                <a:spcPct val="100000"/>
              </a:lnSpc>
              <a:spcBef>
                <a:spcPts val="960"/>
              </a:spcBef>
            </a:pPr>
            <a:r>
              <a:rPr lang="fr-FR" spc="-35" dirty="0" err="1">
                <a:latin typeface="Roboto Lt"/>
                <a:cs typeface="Roboto Lt"/>
              </a:rPr>
              <a:t>prj</a:t>
            </a:r>
            <a:r>
              <a:rPr lang="fr-FR" spc="-35" dirty="0">
                <a:latin typeface="Roboto Lt"/>
                <a:cs typeface="Roboto Lt"/>
              </a:rPr>
              <a:t>-web</a:t>
            </a:r>
            <a:endParaRPr lang="fr-FR" sz="1800" dirty="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fr-FR" sz="1800" spc="-20" dirty="0">
                <a:latin typeface="Roboto Lt"/>
                <a:cs typeface="Roboto Lt"/>
              </a:rPr>
              <a:t>main</a:t>
            </a:r>
            <a:endParaRPr lang="fr-FR" sz="1800" dirty="0">
              <a:latin typeface="Roboto Lt"/>
              <a:cs typeface="Roboto 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06487" y="1762505"/>
            <a:ext cx="1741805" cy="1644650"/>
          </a:xfrm>
          <a:custGeom>
            <a:avLst/>
            <a:gdLst/>
            <a:ahLst/>
            <a:cxnLst/>
            <a:rect l="l" t="t" r="r" b="b"/>
            <a:pathLst>
              <a:path w="1741805" h="1644650">
                <a:moveTo>
                  <a:pt x="347535" y="1644650"/>
                </a:moveTo>
                <a:lnTo>
                  <a:pt x="323608" y="1557401"/>
                </a:lnTo>
                <a:lnTo>
                  <a:pt x="296862" y="1459865"/>
                </a:lnTo>
                <a:lnTo>
                  <a:pt x="254355" y="1497977"/>
                </a:lnTo>
                <a:lnTo>
                  <a:pt x="42545" y="1261872"/>
                </a:lnTo>
                <a:lnTo>
                  <a:pt x="0" y="1299972"/>
                </a:lnTo>
                <a:lnTo>
                  <a:pt x="211823" y="1536103"/>
                </a:lnTo>
                <a:lnTo>
                  <a:pt x="169227" y="1574292"/>
                </a:lnTo>
                <a:lnTo>
                  <a:pt x="347535" y="1644650"/>
                </a:lnTo>
                <a:close/>
              </a:path>
              <a:path w="1741805" h="1644650">
                <a:moveTo>
                  <a:pt x="1741614" y="427990"/>
                </a:moveTo>
                <a:lnTo>
                  <a:pt x="1711794" y="385826"/>
                </a:lnTo>
                <a:lnTo>
                  <a:pt x="1630997" y="271526"/>
                </a:lnTo>
                <a:lnTo>
                  <a:pt x="1604010" y="321932"/>
                </a:lnTo>
                <a:lnTo>
                  <a:pt x="1002474" y="0"/>
                </a:lnTo>
                <a:lnTo>
                  <a:pt x="975550" y="50292"/>
                </a:lnTo>
                <a:lnTo>
                  <a:pt x="1577009" y="372364"/>
                </a:lnTo>
                <a:lnTo>
                  <a:pt x="1550098" y="422656"/>
                </a:lnTo>
                <a:lnTo>
                  <a:pt x="1741614" y="42799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20167" y="2679268"/>
            <a:ext cx="16979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35" dirty="0" err="1">
                <a:latin typeface="Roboto Lt"/>
                <a:cs typeface="Roboto Lt"/>
              </a:rPr>
              <a:t>prj</a:t>
            </a:r>
            <a:r>
              <a:rPr lang="fr-FR" spc="-35" dirty="0">
                <a:latin typeface="Roboto Lt"/>
                <a:cs typeface="Roboto Lt"/>
              </a:rPr>
              <a:t>-web</a:t>
            </a:r>
            <a:endParaRPr lang="fr-FR" dirty="0">
              <a:latin typeface="Roboto Lt"/>
              <a:cs typeface="Roboto L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30136" y="2085847"/>
            <a:ext cx="105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Bug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fix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47720" y="5621832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Initial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commit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04717" y="3552825"/>
            <a:ext cx="107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 Add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new </a:t>
            </a:r>
            <a:r>
              <a:rPr sz="1800" dirty="0">
                <a:latin typeface="Roboto"/>
                <a:cs typeface="Roboto"/>
              </a:rPr>
              <a:t>page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571481" y="2036190"/>
            <a:ext cx="1699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Change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color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01378" y="5584647"/>
            <a:ext cx="1744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Initial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commit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26016" y="3128898"/>
            <a:ext cx="10737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 Add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new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page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20808" y="4421200"/>
            <a:ext cx="1478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Add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button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67278" y="4421200"/>
            <a:ext cx="1478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Add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button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370579" y="2011502"/>
            <a:ext cx="1699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Change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color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399532" y="3947159"/>
            <a:ext cx="2052955" cy="483234"/>
          </a:xfrm>
          <a:custGeom>
            <a:avLst/>
            <a:gdLst/>
            <a:ahLst/>
            <a:cxnLst/>
            <a:rect l="l" t="t" r="r" b="b"/>
            <a:pathLst>
              <a:path w="2052954" h="483235">
                <a:moveTo>
                  <a:pt x="1811273" y="0"/>
                </a:moveTo>
                <a:lnTo>
                  <a:pt x="1811273" y="150240"/>
                </a:lnTo>
                <a:lnTo>
                  <a:pt x="0" y="150240"/>
                </a:lnTo>
                <a:lnTo>
                  <a:pt x="0" y="332866"/>
                </a:lnTo>
                <a:lnTo>
                  <a:pt x="1811273" y="332866"/>
                </a:lnTo>
                <a:lnTo>
                  <a:pt x="1811273" y="483107"/>
                </a:lnTo>
                <a:lnTo>
                  <a:pt x="2052827" y="241553"/>
                </a:lnTo>
                <a:lnTo>
                  <a:pt x="1811273" y="0"/>
                </a:lnTo>
                <a:close/>
              </a:path>
            </a:pathLst>
          </a:custGeom>
          <a:solidFill>
            <a:srgbClr val="6D8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278628" y="4405376"/>
            <a:ext cx="2162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On</a:t>
            </a:r>
            <a:r>
              <a:rPr sz="1800" b="1" spc="-2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ajoute</a:t>
            </a:r>
            <a:r>
              <a:rPr sz="1800" b="1" spc="-2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un</a:t>
            </a:r>
            <a:r>
              <a:rPr sz="1800" b="1" spc="-10" dirty="0">
                <a:latin typeface="Roboto"/>
                <a:cs typeface="Roboto"/>
              </a:rPr>
              <a:t> commit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latin typeface="Roboto"/>
                <a:cs typeface="Roboto"/>
              </a:rPr>
              <a:t>«</a:t>
            </a:r>
            <a:r>
              <a:rPr sz="1800" b="1" spc="-1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Bug</a:t>
            </a:r>
            <a:r>
              <a:rPr sz="1800" b="1" spc="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fix</a:t>
            </a:r>
            <a:r>
              <a:rPr sz="1800" b="1" spc="-10" dirty="0">
                <a:latin typeface="Roboto"/>
                <a:cs typeface="Roboto"/>
              </a:rPr>
              <a:t> </a:t>
            </a:r>
            <a:r>
              <a:rPr sz="1800" b="1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Fusionner</a:t>
            </a:r>
            <a:r>
              <a:rPr spc="140" dirty="0"/>
              <a:t> </a:t>
            </a:r>
            <a:r>
              <a:rPr dirty="0"/>
              <a:t>des</a:t>
            </a:r>
            <a:r>
              <a:rPr spc="150" dirty="0"/>
              <a:t> </a:t>
            </a:r>
            <a:r>
              <a:rPr spc="-10" dirty="0"/>
              <a:t>branches</a:t>
            </a:r>
          </a:p>
        </p:txBody>
      </p:sp>
      <p:sp>
        <p:nvSpPr>
          <p:cNvPr id="3" name="object 3"/>
          <p:cNvSpPr/>
          <p:nvPr/>
        </p:nvSpPr>
        <p:spPr>
          <a:xfrm>
            <a:off x="4443984" y="3680459"/>
            <a:ext cx="2557780" cy="483234"/>
          </a:xfrm>
          <a:custGeom>
            <a:avLst/>
            <a:gdLst/>
            <a:ahLst/>
            <a:cxnLst/>
            <a:rect l="l" t="t" r="r" b="b"/>
            <a:pathLst>
              <a:path w="2557779" h="483235">
                <a:moveTo>
                  <a:pt x="2315717" y="0"/>
                </a:moveTo>
                <a:lnTo>
                  <a:pt x="2315717" y="150240"/>
                </a:lnTo>
                <a:lnTo>
                  <a:pt x="0" y="150240"/>
                </a:lnTo>
                <a:lnTo>
                  <a:pt x="0" y="332866"/>
                </a:lnTo>
                <a:lnTo>
                  <a:pt x="2315717" y="332866"/>
                </a:lnTo>
                <a:lnTo>
                  <a:pt x="2315717" y="483107"/>
                </a:lnTo>
                <a:lnTo>
                  <a:pt x="2557271" y="241553"/>
                </a:lnTo>
                <a:lnTo>
                  <a:pt x="2315717" y="0"/>
                </a:lnTo>
                <a:close/>
              </a:path>
            </a:pathLst>
          </a:custGeom>
          <a:solidFill>
            <a:srgbClr val="6D8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01997" y="4121607"/>
            <a:ext cx="28117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git</a:t>
            </a:r>
            <a:r>
              <a:rPr sz="1800" b="1" spc="7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merge</a:t>
            </a:r>
            <a:r>
              <a:rPr sz="1800" b="1" spc="70" dirty="0">
                <a:latin typeface="Roboto"/>
                <a:cs typeface="Roboto"/>
              </a:rPr>
              <a:t> </a:t>
            </a:r>
            <a:r>
              <a:rPr lang="fr-FR" sz="1800" b="1" spc="-20" dirty="0" err="1">
                <a:latin typeface="Roboto"/>
                <a:cs typeface="Roboto"/>
              </a:rPr>
              <a:t>prj</a:t>
            </a:r>
            <a:r>
              <a:rPr lang="fr-FR" sz="1800" b="1" spc="-20" dirty="0">
                <a:latin typeface="Roboto"/>
                <a:cs typeface="Roboto"/>
              </a:rPr>
              <a:t>-web</a:t>
            </a:r>
            <a:endParaRPr sz="1800" dirty="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Roboto"/>
                <a:cs typeface="Roboto"/>
              </a:rPr>
              <a:t>(sur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main)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32419" y="685990"/>
            <a:ext cx="1525905" cy="1384935"/>
            <a:chOff x="7932419" y="685990"/>
            <a:chExt cx="1525905" cy="1384935"/>
          </a:xfrm>
        </p:grpSpPr>
        <p:sp>
          <p:nvSpPr>
            <p:cNvPr id="6" name="object 6"/>
            <p:cNvSpPr/>
            <p:nvPr/>
          </p:nvSpPr>
          <p:spPr>
            <a:xfrm>
              <a:off x="7932420" y="700277"/>
              <a:ext cx="1511300" cy="1370965"/>
            </a:xfrm>
            <a:custGeom>
              <a:avLst/>
              <a:gdLst/>
              <a:ahLst/>
              <a:cxnLst/>
              <a:rect l="l" t="t" r="r" b="b"/>
              <a:pathLst>
                <a:path w="1511300" h="1370964">
                  <a:moveTo>
                    <a:pt x="1110615" y="306324"/>
                  </a:moveTo>
                  <a:lnTo>
                    <a:pt x="1019048" y="334645"/>
                  </a:lnTo>
                  <a:lnTo>
                    <a:pt x="1038821" y="355320"/>
                  </a:lnTo>
                  <a:lnTo>
                    <a:pt x="0" y="1349756"/>
                  </a:lnTo>
                  <a:lnTo>
                    <a:pt x="19812" y="1370457"/>
                  </a:lnTo>
                  <a:lnTo>
                    <a:pt x="1058570" y="375958"/>
                  </a:lnTo>
                  <a:lnTo>
                    <a:pt x="1078357" y="396621"/>
                  </a:lnTo>
                  <a:lnTo>
                    <a:pt x="1096632" y="345440"/>
                  </a:lnTo>
                  <a:lnTo>
                    <a:pt x="1110615" y="306324"/>
                  </a:lnTo>
                  <a:close/>
                </a:path>
                <a:path w="1511300" h="1370964">
                  <a:moveTo>
                    <a:pt x="1511046" y="190500"/>
                  </a:moveTo>
                  <a:lnTo>
                    <a:pt x="1506004" y="146837"/>
                  </a:lnTo>
                  <a:lnTo>
                    <a:pt x="1491665" y="106756"/>
                  </a:lnTo>
                  <a:lnTo>
                    <a:pt x="1469174" y="71386"/>
                  </a:lnTo>
                  <a:lnTo>
                    <a:pt x="1439659" y="41871"/>
                  </a:lnTo>
                  <a:lnTo>
                    <a:pt x="1404289" y="19380"/>
                  </a:lnTo>
                  <a:lnTo>
                    <a:pt x="1364208" y="5041"/>
                  </a:lnTo>
                  <a:lnTo>
                    <a:pt x="1320546" y="0"/>
                  </a:lnTo>
                  <a:lnTo>
                    <a:pt x="1276870" y="5041"/>
                  </a:lnTo>
                  <a:lnTo>
                    <a:pt x="1236789" y="19380"/>
                  </a:lnTo>
                  <a:lnTo>
                    <a:pt x="1201420" y="41871"/>
                  </a:lnTo>
                  <a:lnTo>
                    <a:pt x="1171905" y="71386"/>
                  </a:lnTo>
                  <a:lnTo>
                    <a:pt x="1149413" y="106756"/>
                  </a:lnTo>
                  <a:lnTo>
                    <a:pt x="1135075" y="146837"/>
                  </a:lnTo>
                  <a:lnTo>
                    <a:pt x="1130046" y="190500"/>
                  </a:lnTo>
                  <a:lnTo>
                    <a:pt x="1135075" y="234175"/>
                  </a:lnTo>
                  <a:lnTo>
                    <a:pt x="1149413" y="274256"/>
                  </a:lnTo>
                  <a:lnTo>
                    <a:pt x="1171905" y="309626"/>
                  </a:lnTo>
                  <a:lnTo>
                    <a:pt x="1201420" y="339140"/>
                  </a:lnTo>
                  <a:lnTo>
                    <a:pt x="1236789" y="361632"/>
                  </a:lnTo>
                  <a:lnTo>
                    <a:pt x="1276870" y="375970"/>
                  </a:lnTo>
                  <a:lnTo>
                    <a:pt x="1320546" y="381000"/>
                  </a:lnTo>
                  <a:lnTo>
                    <a:pt x="1322412" y="380784"/>
                  </a:lnTo>
                  <a:lnTo>
                    <a:pt x="1279652" y="464947"/>
                  </a:lnTo>
                  <a:lnTo>
                    <a:pt x="1308265" y="465124"/>
                  </a:lnTo>
                  <a:lnTo>
                    <a:pt x="1303147" y="1303020"/>
                  </a:lnTo>
                  <a:lnTo>
                    <a:pt x="1331722" y="1303274"/>
                  </a:lnTo>
                  <a:lnTo>
                    <a:pt x="1336840" y="465455"/>
                  </a:lnTo>
                  <a:lnTo>
                    <a:pt x="1336840" y="465289"/>
                  </a:lnTo>
                  <a:lnTo>
                    <a:pt x="1365377" y="465455"/>
                  </a:lnTo>
                  <a:lnTo>
                    <a:pt x="1358252" y="450977"/>
                  </a:lnTo>
                  <a:lnTo>
                    <a:pt x="1323657" y="380644"/>
                  </a:lnTo>
                  <a:lnTo>
                    <a:pt x="1364208" y="375970"/>
                  </a:lnTo>
                  <a:lnTo>
                    <a:pt x="1404289" y="361632"/>
                  </a:lnTo>
                  <a:lnTo>
                    <a:pt x="1439659" y="339140"/>
                  </a:lnTo>
                  <a:lnTo>
                    <a:pt x="1469174" y="309626"/>
                  </a:lnTo>
                  <a:lnTo>
                    <a:pt x="1491665" y="274256"/>
                  </a:lnTo>
                  <a:lnTo>
                    <a:pt x="1506004" y="234175"/>
                  </a:lnTo>
                  <a:lnTo>
                    <a:pt x="1511046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62465" y="70027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46768" y="1044702"/>
            <a:ext cx="161163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Roboto"/>
                <a:cs typeface="Roboto"/>
              </a:rPr>
              <a:t>«</a:t>
            </a:r>
            <a:r>
              <a:rPr sz="1600" spc="-3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merge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branch </a:t>
            </a:r>
            <a:r>
              <a:rPr sz="1600" spc="-50" dirty="0">
                <a:latin typeface="Roboto"/>
                <a:cs typeface="Roboto"/>
              </a:rPr>
              <a:t>‘</a:t>
            </a:r>
            <a:r>
              <a:rPr lang="fr-FR" sz="1600" spc="-50" dirty="0" err="1">
                <a:latin typeface="Roboto"/>
                <a:cs typeface="Roboto"/>
              </a:rPr>
              <a:t>prj</a:t>
            </a:r>
            <a:r>
              <a:rPr lang="fr-FR" sz="1600" spc="-50" dirty="0">
                <a:latin typeface="Roboto"/>
                <a:cs typeface="Roboto"/>
              </a:rPr>
              <a:t>-web</a:t>
            </a:r>
            <a:r>
              <a:rPr sz="1600" spc="-20" dirty="0">
                <a:latin typeface="Roboto"/>
                <a:cs typeface="Roboto"/>
              </a:rPr>
              <a:t>’ </a:t>
            </a:r>
            <a:r>
              <a:rPr sz="1600" dirty="0">
                <a:latin typeface="Roboto"/>
                <a:cs typeface="Roboto"/>
              </a:rPr>
              <a:t>into</a:t>
            </a:r>
            <a:r>
              <a:rPr sz="1600" spc="-85" dirty="0">
                <a:latin typeface="Roboto"/>
                <a:cs typeface="Roboto"/>
              </a:rPr>
              <a:t> </a:t>
            </a:r>
            <a:r>
              <a:rPr sz="1600" spc="-30" dirty="0">
                <a:latin typeface="Roboto"/>
                <a:cs typeface="Roboto"/>
              </a:rPr>
              <a:t>‘main’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spc="-50" dirty="0">
                <a:latin typeface="Roboto"/>
                <a:cs typeface="Roboto"/>
              </a:rPr>
              <a:t>»</a:t>
            </a:r>
            <a:endParaRPr sz="1600" dirty="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00162" y="2167318"/>
            <a:ext cx="1859280" cy="3992879"/>
            <a:chOff x="1300162" y="2167318"/>
            <a:chExt cx="1859280" cy="3992879"/>
          </a:xfrm>
        </p:grpSpPr>
        <p:sp>
          <p:nvSpPr>
            <p:cNvPr id="10" name="object 10"/>
            <p:cNvSpPr/>
            <p:nvPr/>
          </p:nvSpPr>
          <p:spPr>
            <a:xfrm>
              <a:off x="1468755" y="2545841"/>
              <a:ext cx="1616710" cy="3599815"/>
            </a:xfrm>
            <a:custGeom>
              <a:avLst/>
              <a:gdLst/>
              <a:ahLst/>
              <a:cxnLst/>
              <a:rect l="l" t="t" r="r" b="b"/>
              <a:pathLst>
                <a:path w="1616710" h="3599815">
                  <a:moveTo>
                    <a:pt x="85725" y="85979"/>
                  </a:moveTo>
                  <a:lnTo>
                    <a:pt x="78574" y="71501"/>
                  </a:lnTo>
                  <a:lnTo>
                    <a:pt x="43307" y="0"/>
                  </a:lnTo>
                  <a:lnTo>
                    <a:pt x="0" y="85471"/>
                  </a:lnTo>
                  <a:lnTo>
                    <a:pt x="28486" y="85648"/>
                  </a:lnTo>
                  <a:lnTo>
                    <a:pt x="23355" y="1007364"/>
                  </a:lnTo>
                  <a:lnTo>
                    <a:pt x="51943" y="1007364"/>
                  </a:lnTo>
                  <a:lnTo>
                    <a:pt x="57061" y="85979"/>
                  </a:lnTo>
                  <a:lnTo>
                    <a:pt x="57061" y="85813"/>
                  </a:lnTo>
                  <a:lnTo>
                    <a:pt x="85725" y="85979"/>
                  </a:lnTo>
                  <a:close/>
                </a:path>
                <a:path w="1616710" h="3599815">
                  <a:moveTo>
                    <a:pt x="1300861" y="2129282"/>
                  </a:moveTo>
                  <a:lnTo>
                    <a:pt x="258826" y="1314157"/>
                  </a:lnTo>
                  <a:lnTo>
                    <a:pt x="265747" y="1305306"/>
                  </a:lnTo>
                  <a:lnTo>
                    <a:pt x="276479" y="1291590"/>
                  </a:lnTo>
                  <a:lnTo>
                    <a:pt x="182499" y="1272540"/>
                  </a:lnTo>
                  <a:lnTo>
                    <a:pt x="223647" y="1359154"/>
                  </a:lnTo>
                  <a:lnTo>
                    <a:pt x="241274" y="1336611"/>
                  </a:lnTo>
                  <a:lnTo>
                    <a:pt x="1283208" y="2151761"/>
                  </a:lnTo>
                  <a:lnTo>
                    <a:pt x="1300861" y="2129282"/>
                  </a:lnTo>
                  <a:close/>
                </a:path>
                <a:path w="1616710" h="3599815">
                  <a:moveTo>
                    <a:pt x="1616583" y="3409188"/>
                  </a:moveTo>
                  <a:lnTo>
                    <a:pt x="1611541" y="3365512"/>
                  </a:lnTo>
                  <a:lnTo>
                    <a:pt x="1597202" y="3325418"/>
                  </a:lnTo>
                  <a:lnTo>
                    <a:pt x="1574711" y="3290049"/>
                  </a:lnTo>
                  <a:lnTo>
                    <a:pt x="1545196" y="3260547"/>
                  </a:lnTo>
                  <a:lnTo>
                    <a:pt x="1509826" y="3238055"/>
                  </a:lnTo>
                  <a:lnTo>
                    <a:pt x="1469745" y="3223730"/>
                  </a:lnTo>
                  <a:lnTo>
                    <a:pt x="1451610" y="3221647"/>
                  </a:lnTo>
                  <a:lnTo>
                    <a:pt x="1456093" y="2489327"/>
                  </a:lnTo>
                  <a:lnTo>
                    <a:pt x="1456093" y="2489162"/>
                  </a:lnTo>
                  <a:lnTo>
                    <a:pt x="1484630" y="2489327"/>
                  </a:lnTo>
                  <a:lnTo>
                    <a:pt x="1477505" y="2474849"/>
                  </a:lnTo>
                  <a:lnTo>
                    <a:pt x="1477441" y="2474722"/>
                  </a:lnTo>
                  <a:lnTo>
                    <a:pt x="1442339" y="2403348"/>
                  </a:lnTo>
                  <a:lnTo>
                    <a:pt x="1398905" y="2488819"/>
                  </a:lnTo>
                  <a:lnTo>
                    <a:pt x="1427518" y="2488996"/>
                  </a:lnTo>
                  <a:lnTo>
                    <a:pt x="1423047" y="3219043"/>
                  </a:lnTo>
                  <a:lnTo>
                    <a:pt x="1382407" y="3223730"/>
                  </a:lnTo>
                  <a:lnTo>
                    <a:pt x="1342326" y="3238055"/>
                  </a:lnTo>
                  <a:lnTo>
                    <a:pt x="1306957" y="3260547"/>
                  </a:lnTo>
                  <a:lnTo>
                    <a:pt x="1277442" y="3290049"/>
                  </a:lnTo>
                  <a:lnTo>
                    <a:pt x="1254950" y="3325418"/>
                  </a:lnTo>
                  <a:lnTo>
                    <a:pt x="1240612" y="3365512"/>
                  </a:lnTo>
                  <a:lnTo>
                    <a:pt x="1235583" y="3409188"/>
                  </a:lnTo>
                  <a:lnTo>
                    <a:pt x="1240612" y="3452876"/>
                  </a:lnTo>
                  <a:lnTo>
                    <a:pt x="1254950" y="3492970"/>
                  </a:lnTo>
                  <a:lnTo>
                    <a:pt x="1277442" y="3528339"/>
                  </a:lnTo>
                  <a:lnTo>
                    <a:pt x="1306957" y="3557841"/>
                  </a:lnTo>
                  <a:lnTo>
                    <a:pt x="1342326" y="3580333"/>
                  </a:lnTo>
                  <a:lnTo>
                    <a:pt x="1382407" y="3594658"/>
                  </a:lnTo>
                  <a:lnTo>
                    <a:pt x="1426083" y="3599688"/>
                  </a:lnTo>
                  <a:lnTo>
                    <a:pt x="1469745" y="3594658"/>
                  </a:lnTo>
                  <a:lnTo>
                    <a:pt x="1509826" y="3580333"/>
                  </a:lnTo>
                  <a:lnTo>
                    <a:pt x="1545196" y="3557841"/>
                  </a:lnTo>
                  <a:lnTo>
                    <a:pt x="1574711" y="3528339"/>
                  </a:lnTo>
                  <a:lnTo>
                    <a:pt x="1597202" y="3492970"/>
                  </a:lnTo>
                  <a:lnTo>
                    <a:pt x="1611541" y="3452876"/>
                  </a:lnTo>
                  <a:lnTo>
                    <a:pt x="1616583" y="340918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04338" y="576452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13482" y="3758945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41858" y="71374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13482" y="457428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33294" y="2559557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4503" y="819645"/>
                  </a:lnTo>
                  <a:lnTo>
                    <a:pt x="218986" y="85979"/>
                  </a:lnTo>
                  <a:lnTo>
                    <a:pt x="218986" y="85813"/>
                  </a:lnTo>
                  <a:lnTo>
                    <a:pt x="247523" y="85979"/>
                  </a:lnTo>
                  <a:lnTo>
                    <a:pt x="240398" y="71501"/>
                  </a:lnTo>
                  <a:lnTo>
                    <a:pt x="205232" y="0"/>
                  </a:lnTo>
                  <a:lnTo>
                    <a:pt x="161798" y="85471"/>
                  </a:lnTo>
                  <a:lnTo>
                    <a:pt x="190411" y="85648"/>
                  </a:lnTo>
                  <a:lnTo>
                    <a:pt x="185940" y="817397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3294" y="33764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63774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63774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14450" y="3490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14450" y="3490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4450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4450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7507" y="2262885"/>
            <a:ext cx="105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Bug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fix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68726" y="2213228"/>
            <a:ext cx="1699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Change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color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98622" y="5761735"/>
            <a:ext cx="1744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Initial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commit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601902" y="1989010"/>
            <a:ext cx="1859280" cy="3994150"/>
            <a:chOff x="7601902" y="1989010"/>
            <a:chExt cx="1859280" cy="3994150"/>
          </a:xfrm>
        </p:grpSpPr>
        <p:sp>
          <p:nvSpPr>
            <p:cNvPr id="26" name="object 26"/>
            <p:cNvSpPr/>
            <p:nvPr/>
          </p:nvSpPr>
          <p:spPr>
            <a:xfrm>
              <a:off x="7770495" y="2369057"/>
              <a:ext cx="1616710" cy="3599815"/>
            </a:xfrm>
            <a:custGeom>
              <a:avLst/>
              <a:gdLst/>
              <a:ahLst/>
              <a:cxnLst/>
              <a:rect l="l" t="t" r="r" b="b"/>
              <a:pathLst>
                <a:path w="1616709" h="3599815">
                  <a:moveTo>
                    <a:pt x="85725" y="85979"/>
                  </a:moveTo>
                  <a:lnTo>
                    <a:pt x="78574" y="71501"/>
                  </a:lnTo>
                  <a:lnTo>
                    <a:pt x="43307" y="0"/>
                  </a:lnTo>
                  <a:lnTo>
                    <a:pt x="0" y="85471"/>
                  </a:lnTo>
                  <a:lnTo>
                    <a:pt x="28486" y="85648"/>
                  </a:lnTo>
                  <a:lnTo>
                    <a:pt x="23355" y="1007364"/>
                  </a:lnTo>
                  <a:lnTo>
                    <a:pt x="51943" y="1007364"/>
                  </a:lnTo>
                  <a:lnTo>
                    <a:pt x="57061" y="85979"/>
                  </a:lnTo>
                  <a:lnTo>
                    <a:pt x="57061" y="85813"/>
                  </a:lnTo>
                  <a:lnTo>
                    <a:pt x="85725" y="85979"/>
                  </a:lnTo>
                  <a:close/>
                </a:path>
                <a:path w="1616709" h="3599815">
                  <a:moveTo>
                    <a:pt x="1300861" y="2129282"/>
                  </a:moveTo>
                  <a:lnTo>
                    <a:pt x="258826" y="1314157"/>
                  </a:lnTo>
                  <a:lnTo>
                    <a:pt x="265747" y="1305306"/>
                  </a:lnTo>
                  <a:lnTo>
                    <a:pt x="276479" y="1291590"/>
                  </a:lnTo>
                  <a:lnTo>
                    <a:pt x="182499" y="1272540"/>
                  </a:lnTo>
                  <a:lnTo>
                    <a:pt x="223647" y="1359154"/>
                  </a:lnTo>
                  <a:lnTo>
                    <a:pt x="241274" y="1336611"/>
                  </a:lnTo>
                  <a:lnTo>
                    <a:pt x="1283208" y="2151761"/>
                  </a:lnTo>
                  <a:lnTo>
                    <a:pt x="1300861" y="2129282"/>
                  </a:lnTo>
                  <a:close/>
                </a:path>
                <a:path w="1616709" h="3599815">
                  <a:moveTo>
                    <a:pt x="1616583" y="3409188"/>
                  </a:moveTo>
                  <a:lnTo>
                    <a:pt x="1611541" y="3365512"/>
                  </a:lnTo>
                  <a:lnTo>
                    <a:pt x="1597202" y="3325418"/>
                  </a:lnTo>
                  <a:lnTo>
                    <a:pt x="1574711" y="3290049"/>
                  </a:lnTo>
                  <a:lnTo>
                    <a:pt x="1545196" y="3260547"/>
                  </a:lnTo>
                  <a:lnTo>
                    <a:pt x="1509826" y="3238055"/>
                  </a:lnTo>
                  <a:lnTo>
                    <a:pt x="1469745" y="3223730"/>
                  </a:lnTo>
                  <a:lnTo>
                    <a:pt x="1451610" y="3221647"/>
                  </a:lnTo>
                  <a:lnTo>
                    <a:pt x="1456093" y="2487803"/>
                  </a:lnTo>
                  <a:lnTo>
                    <a:pt x="1456093" y="2487638"/>
                  </a:lnTo>
                  <a:lnTo>
                    <a:pt x="1484630" y="2487803"/>
                  </a:lnTo>
                  <a:lnTo>
                    <a:pt x="1477505" y="2473325"/>
                  </a:lnTo>
                  <a:lnTo>
                    <a:pt x="1442339" y="2401824"/>
                  </a:lnTo>
                  <a:lnTo>
                    <a:pt x="1398905" y="2487295"/>
                  </a:lnTo>
                  <a:lnTo>
                    <a:pt x="1427518" y="2487472"/>
                  </a:lnTo>
                  <a:lnTo>
                    <a:pt x="1423047" y="3219043"/>
                  </a:lnTo>
                  <a:lnTo>
                    <a:pt x="1382407" y="3223730"/>
                  </a:lnTo>
                  <a:lnTo>
                    <a:pt x="1342326" y="3238055"/>
                  </a:lnTo>
                  <a:lnTo>
                    <a:pt x="1306957" y="3260547"/>
                  </a:lnTo>
                  <a:lnTo>
                    <a:pt x="1277442" y="3290049"/>
                  </a:lnTo>
                  <a:lnTo>
                    <a:pt x="1254950" y="3325418"/>
                  </a:lnTo>
                  <a:lnTo>
                    <a:pt x="1240612" y="3365512"/>
                  </a:lnTo>
                  <a:lnTo>
                    <a:pt x="1235583" y="3409188"/>
                  </a:lnTo>
                  <a:lnTo>
                    <a:pt x="1240612" y="3452876"/>
                  </a:lnTo>
                  <a:lnTo>
                    <a:pt x="1254950" y="3492970"/>
                  </a:lnTo>
                  <a:lnTo>
                    <a:pt x="1277442" y="3528339"/>
                  </a:lnTo>
                  <a:lnTo>
                    <a:pt x="1306957" y="3557841"/>
                  </a:lnTo>
                  <a:lnTo>
                    <a:pt x="1342326" y="3580333"/>
                  </a:lnTo>
                  <a:lnTo>
                    <a:pt x="1382407" y="3594658"/>
                  </a:lnTo>
                  <a:lnTo>
                    <a:pt x="1426083" y="3599688"/>
                  </a:lnTo>
                  <a:lnTo>
                    <a:pt x="1469745" y="3594658"/>
                  </a:lnTo>
                  <a:lnTo>
                    <a:pt x="1509826" y="3580333"/>
                  </a:lnTo>
                  <a:lnTo>
                    <a:pt x="1545196" y="3557841"/>
                  </a:lnTo>
                  <a:lnTo>
                    <a:pt x="1574711" y="3528339"/>
                  </a:lnTo>
                  <a:lnTo>
                    <a:pt x="1597202" y="3492970"/>
                  </a:lnTo>
                  <a:lnTo>
                    <a:pt x="1611541" y="3452876"/>
                  </a:lnTo>
                  <a:lnTo>
                    <a:pt x="1616583" y="340918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006078" y="558774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015222" y="3582161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15222" y="439750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35034" y="2382773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6027" y="819823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7219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035034" y="31996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65514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065514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16190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16190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16190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16190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430136" y="2085847"/>
            <a:ext cx="105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Bug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fix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71481" y="2036190"/>
            <a:ext cx="1699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Change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color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01378" y="5584647"/>
            <a:ext cx="1744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Initial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commit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4921" y="2019045"/>
            <a:ext cx="718820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Roboto"/>
                <a:cs typeface="Roboto"/>
              </a:rPr>
              <a:t>Convention</a:t>
            </a:r>
            <a:r>
              <a:rPr sz="2800" b="1" spc="-60" dirty="0">
                <a:latin typeface="Roboto"/>
                <a:cs typeface="Roboto"/>
              </a:rPr>
              <a:t> </a:t>
            </a:r>
            <a:r>
              <a:rPr sz="2800" dirty="0">
                <a:latin typeface="Roboto Lt"/>
                <a:cs typeface="Roboto Lt"/>
              </a:rPr>
              <a:t>pour</a:t>
            </a:r>
            <a:r>
              <a:rPr sz="2800" spc="-60" dirty="0">
                <a:latin typeface="Roboto Lt"/>
                <a:cs typeface="Roboto Lt"/>
              </a:rPr>
              <a:t> </a:t>
            </a:r>
            <a:r>
              <a:rPr sz="2800" dirty="0">
                <a:latin typeface="Roboto Lt"/>
                <a:cs typeface="Roboto Lt"/>
              </a:rPr>
              <a:t>ajouter</a:t>
            </a:r>
            <a:r>
              <a:rPr sz="2800" spc="-55" dirty="0">
                <a:latin typeface="Roboto Lt"/>
                <a:cs typeface="Roboto Lt"/>
              </a:rPr>
              <a:t> </a:t>
            </a:r>
            <a:r>
              <a:rPr sz="2800" dirty="0">
                <a:latin typeface="Roboto Lt"/>
                <a:cs typeface="Roboto Lt"/>
              </a:rPr>
              <a:t>du</a:t>
            </a:r>
            <a:r>
              <a:rPr sz="2800" spc="-60" dirty="0">
                <a:latin typeface="Roboto Lt"/>
                <a:cs typeface="Roboto Lt"/>
              </a:rPr>
              <a:t> </a:t>
            </a:r>
            <a:r>
              <a:rPr sz="2800" dirty="0">
                <a:latin typeface="Roboto Lt"/>
                <a:cs typeface="Roboto Lt"/>
              </a:rPr>
              <a:t>code</a:t>
            </a:r>
            <a:r>
              <a:rPr sz="2800" spc="-35" dirty="0">
                <a:latin typeface="Roboto Lt"/>
                <a:cs typeface="Roboto Lt"/>
              </a:rPr>
              <a:t> </a:t>
            </a:r>
            <a:r>
              <a:rPr sz="2800" dirty="0">
                <a:latin typeface="Roboto Lt"/>
                <a:cs typeface="Roboto Lt"/>
              </a:rPr>
              <a:t>dans</a:t>
            </a:r>
            <a:r>
              <a:rPr sz="2800" spc="-65" dirty="0">
                <a:latin typeface="Roboto Lt"/>
                <a:cs typeface="Roboto Lt"/>
              </a:rPr>
              <a:t> </a:t>
            </a:r>
            <a:r>
              <a:rPr sz="2800" spc="-10" dirty="0">
                <a:latin typeface="Roboto Lt"/>
                <a:cs typeface="Roboto Lt"/>
              </a:rPr>
              <a:t>master</a:t>
            </a:r>
            <a:endParaRPr sz="2800" dirty="0">
              <a:latin typeface="Roboto Lt"/>
              <a:cs typeface="Roboto L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" y="2997707"/>
            <a:ext cx="10875264" cy="2718816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8647AF5-947F-D8AD-87B9-EE42621D0F75}"/>
              </a:ext>
            </a:extLst>
          </p:cNvPr>
          <p:cNvSpPr txBox="1">
            <a:spLocks/>
          </p:cNvSpPr>
          <p:nvPr/>
        </p:nvSpPr>
        <p:spPr>
          <a:xfrm>
            <a:off x="612648" y="548640"/>
            <a:ext cx="10653578" cy="6093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BAECFF"/>
                </a:solidFill>
                <a:latin typeface="Roboto Cn"/>
                <a:ea typeface="+mj-ea"/>
                <a:cs typeface="Roboto Cn"/>
              </a:defRPr>
            </a:lvl1pPr>
          </a:lstStyle>
          <a:p>
            <a:r>
              <a:rPr lang="fr-BE" dirty="0">
                <a:solidFill>
                  <a:schemeClr val="tx1"/>
                </a:solidFill>
              </a:rPr>
              <a:t>Merge </a:t>
            </a:r>
            <a:r>
              <a:rPr lang="fr-BE" dirty="0" err="1">
                <a:solidFill>
                  <a:schemeClr val="tx1"/>
                </a:solidFill>
              </a:rPr>
              <a:t>Request</a:t>
            </a:r>
            <a:endParaRPr lang="fr-BE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</a:t>
            </a:r>
            <a:r>
              <a:rPr spc="60" dirty="0"/>
              <a:t> </a:t>
            </a:r>
            <a:r>
              <a:rPr spc="45" dirty="0"/>
              <a:t>rebase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179023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Refaire</a:t>
            </a:r>
            <a:r>
              <a:rPr spc="-55" dirty="0"/>
              <a:t> </a:t>
            </a:r>
            <a:r>
              <a:rPr dirty="0"/>
              <a:t>les</a:t>
            </a:r>
            <a:r>
              <a:rPr spc="-65" dirty="0"/>
              <a:t> </a:t>
            </a:r>
            <a:r>
              <a:rPr dirty="0"/>
              <a:t>modifications</a:t>
            </a:r>
            <a:r>
              <a:rPr spc="-35" dirty="0"/>
              <a:t> </a:t>
            </a:r>
            <a:r>
              <a:rPr dirty="0"/>
              <a:t>à</a:t>
            </a:r>
            <a:r>
              <a:rPr spc="-60" dirty="0"/>
              <a:t> </a:t>
            </a:r>
            <a:r>
              <a:rPr dirty="0"/>
              <a:t>partir</a:t>
            </a:r>
            <a:r>
              <a:rPr spc="-5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25" dirty="0"/>
              <a:t>la</a:t>
            </a:r>
          </a:p>
          <a:p>
            <a:pPr marL="355600">
              <a:lnSpc>
                <a:spcPct val="100000"/>
              </a:lnSpc>
              <a:spcBef>
                <a:spcPts val="580"/>
              </a:spcBef>
            </a:pPr>
            <a:r>
              <a:rPr spc="-10" dirty="0"/>
              <a:t>dernière</a:t>
            </a:r>
            <a:r>
              <a:rPr spc="-80" dirty="0"/>
              <a:t> </a:t>
            </a:r>
            <a:r>
              <a:rPr spc="-10" dirty="0"/>
              <a:t>version</a:t>
            </a:r>
          </a:p>
          <a:p>
            <a:pPr marL="355600" marR="833119" indent="-343535">
              <a:lnSpc>
                <a:spcPct val="120000"/>
              </a:lnSpc>
              <a:spcBef>
                <a:spcPts val="99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Objectif</a:t>
            </a:r>
            <a:r>
              <a:rPr spc="-30" dirty="0"/>
              <a:t> </a:t>
            </a:r>
            <a:r>
              <a:rPr dirty="0"/>
              <a:t>:</a:t>
            </a:r>
            <a:r>
              <a:rPr spc="-45" dirty="0"/>
              <a:t> </a:t>
            </a:r>
            <a:r>
              <a:rPr dirty="0"/>
              <a:t>éviter</a:t>
            </a:r>
            <a:r>
              <a:rPr spc="-45" dirty="0"/>
              <a:t> </a:t>
            </a:r>
            <a:r>
              <a:rPr dirty="0"/>
              <a:t>les</a:t>
            </a:r>
            <a:r>
              <a:rPr spc="-55" dirty="0"/>
              <a:t> </a:t>
            </a:r>
            <a:r>
              <a:rPr dirty="0"/>
              <a:t>trop</a:t>
            </a:r>
            <a:r>
              <a:rPr spc="-25" dirty="0"/>
              <a:t> </a:t>
            </a:r>
            <a:r>
              <a:rPr spc="-10" dirty="0"/>
              <a:t>grandes divergences</a:t>
            </a:r>
          </a:p>
          <a:p>
            <a:pPr marL="355600" indent="-342900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355600" algn="l"/>
              </a:tabLst>
            </a:pPr>
            <a:r>
              <a:rPr b="1" dirty="0">
                <a:latin typeface="Roboto"/>
                <a:cs typeface="Roboto"/>
              </a:rPr>
              <a:t>git</a:t>
            </a:r>
            <a:r>
              <a:rPr b="1" spc="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rebase</a:t>
            </a:r>
            <a:r>
              <a:rPr b="1" spc="40" dirty="0">
                <a:latin typeface="Roboto"/>
                <a:cs typeface="Roboto"/>
              </a:rPr>
              <a:t> </a:t>
            </a:r>
            <a:r>
              <a:rPr b="1" spc="-20" dirty="0">
                <a:latin typeface="Roboto"/>
                <a:cs typeface="Roboto"/>
              </a:rPr>
              <a:t>main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4626051"/>
            <a:ext cx="2996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Roboto"/>
                <a:cs typeface="Roboto"/>
              </a:rPr>
              <a:t>(sur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lang="fr-FR" sz="2400" spc="-60" dirty="0" err="1">
                <a:latin typeface="Roboto"/>
                <a:cs typeface="Roboto"/>
              </a:rPr>
              <a:t>prj</a:t>
            </a:r>
            <a:r>
              <a:rPr lang="fr-FR" sz="2400" spc="-60" dirty="0">
                <a:latin typeface="Roboto"/>
                <a:cs typeface="Roboto"/>
              </a:rPr>
              <a:t>-web</a:t>
            </a:r>
            <a:r>
              <a:rPr sz="2400" spc="-10" dirty="0">
                <a:latin typeface="Roboto"/>
                <a:cs typeface="Roboto"/>
              </a:rPr>
              <a:t>)</a:t>
            </a:r>
            <a:endParaRPr sz="2400" dirty="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40173" y="6021514"/>
            <a:ext cx="7416800" cy="424815"/>
            <a:chOff x="4440173" y="6021514"/>
            <a:chExt cx="7416800" cy="424815"/>
          </a:xfrm>
        </p:grpSpPr>
        <p:sp>
          <p:nvSpPr>
            <p:cNvPr id="6" name="object 6"/>
            <p:cNvSpPr/>
            <p:nvPr/>
          </p:nvSpPr>
          <p:spPr>
            <a:xfrm>
              <a:off x="4440174" y="6035814"/>
              <a:ext cx="7416800" cy="381000"/>
            </a:xfrm>
            <a:custGeom>
              <a:avLst/>
              <a:gdLst/>
              <a:ahLst/>
              <a:cxnLst/>
              <a:rect l="l" t="t" r="r" b="b"/>
              <a:pathLst>
                <a:path w="7416800" h="381000">
                  <a:moveTo>
                    <a:pt x="7416800" y="202679"/>
                  </a:moveTo>
                  <a:lnTo>
                    <a:pt x="7388225" y="188391"/>
                  </a:lnTo>
                  <a:lnTo>
                    <a:pt x="7331075" y="159816"/>
                  </a:lnTo>
                  <a:lnTo>
                    <a:pt x="7331075" y="188391"/>
                  </a:lnTo>
                  <a:lnTo>
                    <a:pt x="886714" y="188391"/>
                  </a:lnTo>
                  <a:lnTo>
                    <a:pt x="881926" y="146812"/>
                  </a:lnTo>
                  <a:lnTo>
                    <a:pt x="867587" y="106718"/>
                  </a:lnTo>
                  <a:lnTo>
                    <a:pt x="845096" y="71348"/>
                  </a:lnTo>
                  <a:lnTo>
                    <a:pt x="815581" y="41846"/>
                  </a:lnTo>
                  <a:lnTo>
                    <a:pt x="780211" y="19354"/>
                  </a:lnTo>
                  <a:lnTo>
                    <a:pt x="740130" y="5029"/>
                  </a:lnTo>
                  <a:lnTo>
                    <a:pt x="696468" y="0"/>
                  </a:lnTo>
                  <a:lnTo>
                    <a:pt x="652792" y="5029"/>
                  </a:lnTo>
                  <a:lnTo>
                    <a:pt x="612711" y="19354"/>
                  </a:lnTo>
                  <a:lnTo>
                    <a:pt x="577342" y="41846"/>
                  </a:lnTo>
                  <a:lnTo>
                    <a:pt x="547827" y="71348"/>
                  </a:lnTo>
                  <a:lnTo>
                    <a:pt x="525335" y="106718"/>
                  </a:lnTo>
                  <a:lnTo>
                    <a:pt x="510997" y="146812"/>
                  </a:lnTo>
                  <a:lnTo>
                    <a:pt x="506196" y="188391"/>
                  </a:lnTo>
                  <a:lnTo>
                    <a:pt x="0" y="188391"/>
                  </a:lnTo>
                  <a:lnTo>
                    <a:pt x="0" y="216966"/>
                  </a:lnTo>
                  <a:lnTo>
                    <a:pt x="509016" y="216966"/>
                  </a:lnTo>
                  <a:lnTo>
                    <a:pt x="510997" y="234175"/>
                  </a:lnTo>
                  <a:lnTo>
                    <a:pt x="525335" y="274269"/>
                  </a:lnTo>
                  <a:lnTo>
                    <a:pt x="547827" y="309638"/>
                  </a:lnTo>
                  <a:lnTo>
                    <a:pt x="577342" y="339140"/>
                  </a:lnTo>
                  <a:lnTo>
                    <a:pt x="612711" y="361632"/>
                  </a:lnTo>
                  <a:lnTo>
                    <a:pt x="652792" y="375958"/>
                  </a:lnTo>
                  <a:lnTo>
                    <a:pt x="696468" y="380987"/>
                  </a:lnTo>
                  <a:lnTo>
                    <a:pt x="740130" y="375958"/>
                  </a:lnTo>
                  <a:lnTo>
                    <a:pt x="780211" y="361632"/>
                  </a:lnTo>
                  <a:lnTo>
                    <a:pt x="815581" y="339140"/>
                  </a:lnTo>
                  <a:lnTo>
                    <a:pt x="845096" y="309638"/>
                  </a:lnTo>
                  <a:lnTo>
                    <a:pt x="867587" y="274269"/>
                  </a:lnTo>
                  <a:lnTo>
                    <a:pt x="881926" y="234175"/>
                  </a:lnTo>
                  <a:lnTo>
                    <a:pt x="883907" y="216966"/>
                  </a:lnTo>
                  <a:lnTo>
                    <a:pt x="7331075" y="216966"/>
                  </a:lnTo>
                  <a:lnTo>
                    <a:pt x="7331075" y="245541"/>
                  </a:lnTo>
                  <a:lnTo>
                    <a:pt x="7388225" y="216966"/>
                  </a:lnTo>
                  <a:lnTo>
                    <a:pt x="7416800" y="202679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6141" y="603580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93585" y="60418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499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0999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499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3585" y="60418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49589" y="604799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499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0999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499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49589" y="604799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11461" y="605104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500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1000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500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11461" y="605104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975340" y="6296050"/>
            <a:ext cx="5861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Roboto Lt"/>
                <a:cs typeface="Roboto Lt"/>
              </a:rPr>
              <a:t>main</a:t>
            </a:r>
            <a:endParaRPr sz="2000">
              <a:latin typeface="Roboto Lt"/>
              <a:cs typeface="Roboto L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87441" y="5058346"/>
            <a:ext cx="2271395" cy="967105"/>
            <a:chOff x="5187441" y="5058346"/>
            <a:chExt cx="2271395" cy="967105"/>
          </a:xfrm>
        </p:grpSpPr>
        <p:sp>
          <p:nvSpPr>
            <p:cNvPr id="16" name="object 16"/>
            <p:cNvSpPr/>
            <p:nvPr/>
          </p:nvSpPr>
          <p:spPr>
            <a:xfrm>
              <a:off x="5187442" y="5122926"/>
              <a:ext cx="735965" cy="902335"/>
            </a:xfrm>
            <a:custGeom>
              <a:avLst/>
              <a:gdLst/>
              <a:ahLst/>
              <a:cxnLst/>
              <a:rect l="l" t="t" r="r" b="b"/>
              <a:pathLst>
                <a:path w="735964" h="902335">
                  <a:moveTo>
                    <a:pt x="395986" y="353568"/>
                  </a:moveTo>
                  <a:lnTo>
                    <a:pt x="311404" y="398526"/>
                  </a:lnTo>
                  <a:lnTo>
                    <a:pt x="334632" y="415086"/>
                  </a:lnTo>
                  <a:lnTo>
                    <a:pt x="0" y="885342"/>
                  </a:lnTo>
                  <a:lnTo>
                    <a:pt x="23368" y="901915"/>
                  </a:lnTo>
                  <a:lnTo>
                    <a:pt x="357987" y="431736"/>
                  </a:lnTo>
                  <a:lnTo>
                    <a:pt x="381254" y="448310"/>
                  </a:lnTo>
                  <a:lnTo>
                    <a:pt x="388213" y="403479"/>
                  </a:lnTo>
                  <a:lnTo>
                    <a:pt x="395986" y="353568"/>
                  </a:lnTo>
                  <a:close/>
                </a:path>
                <a:path w="735964" h="902335">
                  <a:moveTo>
                    <a:pt x="735584" y="190500"/>
                  </a:moveTo>
                  <a:lnTo>
                    <a:pt x="730542" y="146837"/>
                  </a:lnTo>
                  <a:lnTo>
                    <a:pt x="716203" y="106756"/>
                  </a:lnTo>
                  <a:lnTo>
                    <a:pt x="693712" y="71386"/>
                  </a:lnTo>
                  <a:lnTo>
                    <a:pt x="664197" y="41871"/>
                  </a:lnTo>
                  <a:lnTo>
                    <a:pt x="628827" y="19380"/>
                  </a:lnTo>
                  <a:lnTo>
                    <a:pt x="588746" y="5041"/>
                  </a:lnTo>
                  <a:lnTo>
                    <a:pt x="545084" y="0"/>
                  </a:lnTo>
                  <a:lnTo>
                    <a:pt x="501408" y="5041"/>
                  </a:lnTo>
                  <a:lnTo>
                    <a:pt x="461327" y="19380"/>
                  </a:lnTo>
                  <a:lnTo>
                    <a:pt x="425958" y="41871"/>
                  </a:lnTo>
                  <a:lnTo>
                    <a:pt x="396443" y="71386"/>
                  </a:lnTo>
                  <a:lnTo>
                    <a:pt x="373951" y="106756"/>
                  </a:lnTo>
                  <a:lnTo>
                    <a:pt x="359613" y="146837"/>
                  </a:lnTo>
                  <a:lnTo>
                    <a:pt x="354584" y="190500"/>
                  </a:lnTo>
                  <a:lnTo>
                    <a:pt x="359613" y="234175"/>
                  </a:lnTo>
                  <a:lnTo>
                    <a:pt x="373951" y="274256"/>
                  </a:lnTo>
                  <a:lnTo>
                    <a:pt x="396443" y="309626"/>
                  </a:lnTo>
                  <a:lnTo>
                    <a:pt x="425958" y="339140"/>
                  </a:lnTo>
                  <a:lnTo>
                    <a:pt x="461327" y="361632"/>
                  </a:lnTo>
                  <a:lnTo>
                    <a:pt x="501408" y="375970"/>
                  </a:lnTo>
                  <a:lnTo>
                    <a:pt x="545084" y="381000"/>
                  </a:lnTo>
                  <a:lnTo>
                    <a:pt x="588746" y="375970"/>
                  </a:lnTo>
                  <a:lnTo>
                    <a:pt x="628827" y="361632"/>
                  </a:lnTo>
                  <a:lnTo>
                    <a:pt x="664197" y="339140"/>
                  </a:lnTo>
                  <a:lnTo>
                    <a:pt x="693712" y="309626"/>
                  </a:lnTo>
                  <a:lnTo>
                    <a:pt x="716203" y="274256"/>
                  </a:lnTo>
                  <a:lnTo>
                    <a:pt x="730542" y="234175"/>
                  </a:lnTo>
                  <a:lnTo>
                    <a:pt x="735584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42025" y="51229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04025" y="50848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04025" y="50848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28054" y="5072634"/>
              <a:ext cx="916305" cy="381000"/>
            </a:xfrm>
            <a:custGeom>
              <a:avLst/>
              <a:gdLst/>
              <a:ahLst/>
              <a:cxnLst/>
              <a:rect l="l" t="t" r="r" b="b"/>
              <a:pathLst>
                <a:path w="916304" h="381000">
                  <a:moveTo>
                    <a:pt x="474345" y="190500"/>
                  </a:moveTo>
                  <a:lnTo>
                    <a:pt x="445681" y="176149"/>
                  </a:lnTo>
                  <a:lnTo>
                    <a:pt x="388620" y="147574"/>
                  </a:lnTo>
                  <a:lnTo>
                    <a:pt x="388620" y="176149"/>
                  </a:lnTo>
                  <a:lnTo>
                    <a:pt x="0" y="176149"/>
                  </a:lnTo>
                  <a:lnTo>
                    <a:pt x="0" y="204724"/>
                  </a:lnTo>
                  <a:lnTo>
                    <a:pt x="388620" y="204724"/>
                  </a:lnTo>
                  <a:lnTo>
                    <a:pt x="388620" y="233299"/>
                  </a:lnTo>
                  <a:lnTo>
                    <a:pt x="445846" y="204724"/>
                  </a:lnTo>
                  <a:lnTo>
                    <a:pt x="474345" y="190500"/>
                  </a:lnTo>
                  <a:close/>
                </a:path>
                <a:path w="916304" h="381000">
                  <a:moveTo>
                    <a:pt x="915924" y="190500"/>
                  </a:moveTo>
                  <a:lnTo>
                    <a:pt x="910882" y="146837"/>
                  </a:lnTo>
                  <a:lnTo>
                    <a:pt x="896543" y="106756"/>
                  </a:lnTo>
                  <a:lnTo>
                    <a:pt x="874052" y="71386"/>
                  </a:lnTo>
                  <a:lnTo>
                    <a:pt x="844537" y="41871"/>
                  </a:lnTo>
                  <a:lnTo>
                    <a:pt x="809167" y="19380"/>
                  </a:lnTo>
                  <a:lnTo>
                    <a:pt x="769086" y="5041"/>
                  </a:lnTo>
                  <a:lnTo>
                    <a:pt x="725424" y="0"/>
                  </a:lnTo>
                  <a:lnTo>
                    <a:pt x="681748" y="5041"/>
                  </a:lnTo>
                  <a:lnTo>
                    <a:pt x="641667" y="19380"/>
                  </a:lnTo>
                  <a:lnTo>
                    <a:pt x="606298" y="41871"/>
                  </a:lnTo>
                  <a:lnTo>
                    <a:pt x="576783" y="71386"/>
                  </a:lnTo>
                  <a:lnTo>
                    <a:pt x="554291" y="106756"/>
                  </a:lnTo>
                  <a:lnTo>
                    <a:pt x="539953" y="146837"/>
                  </a:lnTo>
                  <a:lnTo>
                    <a:pt x="534924" y="190500"/>
                  </a:lnTo>
                  <a:lnTo>
                    <a:pt x="539953" y="234175"/>
                  </a:lnTo>
                  <a:lnTo>
                    <a:pt x="554291" y="274256"/>
                  </a:lnTo>
                  <a:lnTo>
                    <a:pt x="576783" y="309626"/>
                  </a:lnTo>
                  <a:lnTo>
                    <a:pt x="606298" y="339140"/>
                  </a:lnTo>
                  <a:lnTo>
                    <a:pt x="641667" y="361632"/>
                  </a:lnTo>
                  <a:lnTo>
                    <a:pt x="681748" y="375970"/>
                  </a:lnTo>
                  <a:lnTo>
                    <a:pt x="725424" y="381000"/>
                  </a:lnTo>
                  <a:lnTo>
                    <a:pt x="769086" y="375970"/>
                  </a:lnTo>
                  <a:lnTo>
                    <a:pt x="809167" y="361632"/>
                  </a:lnTo>
                  <a:lnTo>
                    <a:pt x="844537" y="339140"/>
                  </a:lnTo>
                  <a:lnTo>
                    <a:pt x="874052" y="309626"/>
                  </a:lnTo>
                  <a:lnTo>
                    <a:pt x="896543" y="274256"/>
                  </a:lnTo>
                  <a:lnTo>
                    <a:pt x="910882" y="234175"/>
                  </a:lnTo>
                  <a:lnTo>
                    <a:pt x="915924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62977" y="507263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961" y="5255260"/>
              <a:ext cx="474345" cy="85725"/>
            </a:xfrm>
            <a:custGeom>
              <a:avLst/>
              <a:gdLst/>
              <a:ahLst/>
              <a:cxnLst/>
              <a:rect l="l" t="t" r="r" b="b"/>
              <a:pathLst>
                <a:path w="474345" h="85725">
                  <a:moveTo>
                    <a:pt x="388620" y="0"/>
                  </a:moveTo>
                  <a:lnTo>
                    <a:pt x="388620" y="85724"/>
                  </a:lnTo>
                  <a:lnTo>
                    <a:pt x="445854" y="57149"/>
                  </a:lnTo>
                  <a:lnTo>
                    <a:pt x="402971" y="57149"/>
                  </a:lnTo>
                  <a:lnTo>
                    <a:pt x="402971" y="28574"/>
                  </a:lnTo>
                  <a:lnTo>
                    <a:pt x="445685" y="28574"/>
                  </a:lnTo>
                  <a:lnTo>
                    <a:pt x="388620" y="0"/>
                  </a:lnTo>
                  <a:close/>
                </a:path>
                <a:path w="474345" h="85725">
                  <a:moveTo>
                    <a:pt x="388620" y="28574"/>
                  </a:moveTo>
                  <a:lnTo>
                    <a:pt x="0" y="28574"/>
                  </a:lnTo>
                  <a:lnTo>
                    <a:pt x="0" y="57149"/>
                  </a:lnTo>
                  <a:lnTo>
                    <a:pt x="388620" y="57149"/>
                  </a:lnTo>
                  <a:lnTo>
                    <a:pt x="388620" y="28574"/>
                  </a:lnTo>
                  <a:close/>
                </a:path>
                <a:path w="474345" h="85725">
                  <a:moveTo>
                    <a:pt x="445685" y="28574"/>
                  </a:moveTo>
                  <a:lnTo>
                    <a:pt x="402971" y="28574"/>
                  </a:lnTo>
                  <a:lnTo>
                    <a:pt x="402971" y="57149"/>
                  </a:lnTo>
                  <a:lnTo>
                    <a:pt x="445854" y="57149"/>
                  </a:lnTo>
                  <a:lnTo>
                    <a:pt x="474345" y="42925"/>
                  </a:lnTo>
                  <a:lnTo>
                    <a:pt x="445685" y="2857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71059" y="4682997"/>
            <a:ext cx="1892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000" spc="-35" dirty="0" err="1">
                <a:latin typeface="Roboto Lt"/>
                <a:cs typeface="Roboto Lt"/>
              </a:rPr>
              <a:t>prj</a:t>
            </a:r>
            <a:r>
              <a:rPr lang="fr-FR" sz="2000" spc="-35" dirty="0">
                <a:latin typeface="Roboto Lt"/>
                <a:cs typeface="Roboto Lt"/>
              </a:rPr>
              <a:t>-web</a:t>
            </a:r>
            <a:endParaRPr sz="2000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</a:t>
            </a:r>
            <a:r>
              <a:rPr spc="60" dirty="0"/>
              <a:t> </a:t>
            </a:r>
            <a:r>
              <a:rPr spc="45" dirty="0"/>
              <a:t>rebase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179023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Refaire</a:t>
            </a:r>
            <a:r>
              <a:rPr spc="-55" dirty="0"/>
              <a:t> </a:t>
            </a:r>
            <a:r>
              <a:rPr dirty="0"/>
              <a:t>les</a:t>
            </a:r>
            <a:r>
              <a:rPr spc="-65" dirty="0"/>
              <a:t> </a:t>
            </a:r>
            <a:r>
              <a:rPr dirty="0"/>
              <a:t>modifications</a:t>
            </a:r>
            <a:r>
              <a:rPr spc="-35" dirty="0"/>
              <a:t> </a:t>
            </a:r>
            <a:r>
              <a:rPr dirty="0"/>
              <a:t>à</a:t>
            </a:r>
            <a:r>
              <a:rPr spc="-60" dirty="0"/>
              <a:t> </a:t>
            </a:r>
            <a:r>
              <a:rPr dirty="0"/>
              <a:t>partir</a:t>
            </a:r>
            <a:r>
              <a:rPr spc="-5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25" dirty="0"/>
              <a:t>la</a:t>
            </a:r>
          </a:p>
          <a:p>
            <a:pPr marL="355600">
              <a:lnSpc>
                <a:spcPct val="100000"/>
              </a:lnSpc>
              <a:spcBef>
                <a:spcPts val="580"/>
              </a:spcBef>
            </a:pPr>
            <a:r>
              <a:rPr spc="-10" dirty="0"/>
              <a:t>dernière</a:t>
            </a:r>
            <a:r>
              <a:rPr spc="-80" dirty="0"/>
              <a:t> </a:t>
            </a:r>
            <a:r>
              <a:rPr spc="-10" dirty="0"/>
              <a:t>version</a:t>
            </a:r>
          </a:p>
          <a:p>
            <a:pPr marL="355600" marR="833119" indent="-343535">
              <a:lnSpc>
                <a:spcPct val="120000"/>
              </a:lnSpc>
              <a:spcBef>
                <a:spcPts val="99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Objectif</a:t>
            </a:r>
            <a:r>
              <a:rPr spc="-30" dirty="0"/>
              <a:t> </a:t>
            </a:r>
            <a:r>
              <a:rPr dirty="0"/>
              <a:t>:</a:t>
            </a:r>
            <a:r>
              <a:rPr spc="-45" dirty="0"/>
              <a:t> </a:t>
            </a:r>
            <a:r>
              <a:rPr dirty="0"/>
              <a:t>éviter</a:t>
            </a:r>
            <a:r>
              <a:rPr spc="-45" dirty="0"/>
              <a:t> </a:t>
            </a:r>
            <a:r>
              <a:rPr dirty="0"/>
              <a:t>les</a:t>
            </a:r>
            <a:r>
              <a:rPr spc="-55" dirty="0"/>
              <a:t> </a:t>
            </a:r>
            <a:r>
              <a:rPr dirty="0"/>
              <a:t>trop</a:t>
            </a:r>
            <a:r>
              <a:rPr spc="-25" dirty="0"/>
              <a:t> </a:t>
            </a:r>
            <a:r>
              <a:rPr spc="-10" dirty="0"/>
              <a:t>grandes divergences</a:t>
            </a:r>
          </a:p>
          <a:p>
            <a:pPr marL="355600" indent="-342900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355600" algn="l"/>
              </a:tabLst>
            </a:pPr>
            <a:r>
              <a:rPr b="1" dirty="0">
                <a:latin typeface="Roboto"/>
                <a:cs typeface="Roboto"/>
              </a:rPr>
              <a:t>git</a:t>
            </a:r>
            <a:r>
              <a:rPr b="1" spc="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rebase</a:t>
            </a:r>
            <a:r>
              <a:rPr b="1" spc="40" dirty="0">
                <a:latin typeface="Roboto"/>
                <a:cs typeface="Roboto"/>
              </a:rPr>
              <a:t> </a:t>
            </a:r>
            <a:r>
              <a:rPr b="1" spc="-20" dirty="0">
                <a:latin typeface="Roboto"/>
                <a:cs typeface="Roboto"/>
              </a:rPr>
              <a:t>main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4626051"/>
            <a:ext cx="29965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Roboto"/>
                <a:cs typeface="Roboto"/>
              </a:rPr>
              <a:t>(sur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lang="fr-FR" sz="2400" spc="-35" dirty="0" err="1">
                <a:latin typeface="Roboto Lt"/>
                <a:cs typeface="Roboto Lt"/>
              </a:rPr>
              <a:t>prj</a:t>
            </a:r>
            <a:r>
              <a:rPr lang="fr-FR" sz="2400" spc="-35" dirty="0">
                <a:latin typeface="Roboto Lt"/>
                <a:cs typeface="Roboto Lt"/>
              </a:rPr>
              <a:t>-web</a:t>
            </a:r>
            <a:r>
              <a:rPr sz="2400" spc="-10" dirty="0">
                <a:latin typeface="Roboto"/>
                <a:cs typeface="Roboto"/>
              </a:rPr>
              <a:t>)</a:t>
            </a:r>
            <a:endParaRPr sz="2400" dirty="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40173" y="4389532"/>
            <a:ext cx="7479030" cy="2057400"/>
            <a:chOff x="4440173" y="4389532"/>
            <a:chExt cx="7479030" cy="2057400"/>
          </a:xfrm>
        </p:grpSpPr>
        <p:sp>
          <p:nvSpPr>
            <p:cNvPr id="6" name="object 6"/>
            <p:cNvSpPr/>
            <p:nvPr/>
          </p:nvSpPr>
          <p:spPr>
            <a:xfrm>
              <a:off x="4440174" y="6035814"/>
              <a:ext cx="7416800" cy="381000"/>
            </a:xfrm>
            <a:custGeom>
              <a:avLst/>
              <a:gdLst/>
              <a:ahLst/>
              <a:cxnLst/>
              <a:rect l="l" t="t" r="r" b="b"/>
              <a:pathLst>
                <a:path w="7416800" h="381000">
                  <a:moveTo>
                    <a:pt x="7416800" y="202679"/>
                  </a:moveTo>
                  <a:lnTo>
                    <a:pt x="7388225" y="188391"/>
                  </a:lnTo>
                  <a:lnTo>
                    <a:pt x="7331075" y="159816"/>
                  </a:lnTo>
                  <a:lnTo>
                    <a:pt x="7331075" y="188391"/>
                  </a:lnTo>
                  <a:lnTo>
                    <a:pt x="886714" y="188391"/>
                  </a:lnTo>
                  <a:lnTo>
                    <a:pt x="881926" y="146812"/>
                  </a:lnTo>
                  <a:lnTo>
                    <a:pt x="867587" y="106718"/>
                  </a:lnTo>
                  <a:lnTo>
                    <a:pt x="845096" y="71348"/>
                  </a:lnTo>
                  <a:lnTo>
                    <a:pt x="815581" y="41846"/>
                  </a:lnTo>
                  <a:lnTo>
                    <a:pt x="780211" y="19354"/>
                  </a:lnTo>
                  <a:lnTo>
                    <a:pt x="740130" y="5029"/>
                  </a:lnTo>
                  <a:lnTo>
                    <a:pt x="696468" y="0"/>
                  </a:lnTo>
                  <a:lnTo>
                    <a:pt x="652792" y="5029"/>
                  </a:lnTo>
                  <a:lnTo>
                    <a:pt x="612711" y="19354"/>
                  </a:lnTo>
                  <a:lnTo>
                    <a:pt x="577342" y="41846"/>
                  </a:lnTo>
                  <a:lnTo>
                    <a:pt x="547827" y="71348"/>
                  </a:lnTo>
                  <a:lnTo>
                    <a:pt x="525335" y="106718"/>
                  </a:lnTo>
                  <a:lnTo>
                    <a:pt x="510997" y="146812"/>
                  </a:lnTo>
                  <a:lnTo>
                    <a:pt x="506196" y="188391"/>
                  </a:lnTo>
                  <a:lnTo>
                    <a:pt x="0" y="188391"/>
                  </a:lnTo>
                  <a:lnTo>
                    <a:pt x="0" y="216966"/>
                  </a:lnTo>
                  <a:lnTo>
                    <a:pt x="509016" y="216966"/>
                  </a:lnTo>
                  <a:lnTo>
                    <a:pt x="510997" y="234175"/>
                  </a:lnTo>
                  <a:lnTo>
                    <a:pt x="525335" y="274269"/>
                  </a:lnTo>
                  <a:lnTo>
                    <a:pt x="547827" y="309638"/>
                  </a:lnTo>
                  <a:lnTo>
                    <a:pt x="577342" y="339140"/>
                  </a:lnTo>
                  <a:lnTo>
                    <a:pt x="612711" y="361632"/>
                  </a:lnTo>
                  <a:lnTo>
                    <a:pt x="652792" y="375958"/>
                  </a:lnTo>
                  <a:lnTo>
                    <a:pt x="696468" y="380987"/>
                  </a:lnTo>
                  <a:lnTo>
                    <a:pt x="740130" y="375958"/>
                  </a:lnTo>
                  <a:lnTo>
                    <a:pt x="780211" y="361632"/>
                  </a:lnTo>
                  <a:lnTo>
                    <a:pt x="815581" y="339140"/>
                  </a:lnTo>
                  <a:lnTo>
                    <a:pt x="845096" y="309638"/>
                  </a:lnTo>
                  <a:lnTo>
                    <a:pt x="867587" y="274269"/>
                  </a:lnTo>
                  <a:lnTo>
                    <a:pt x="881926" y="234175"/>
                  </a:lnTo>
                  <a:lnTo>
                    <a:pt x="883907" y="216966"/>
                  </a:lnTo>
                  <a:lnTo>
                    <a:pt x="7331075" y="216966"/>
                  </a:lnTo>
                  <a:lnTo>
                    <a:pt x="7331075" y="245541"/>
                  </a:lnTo>
                  <a:lnTo>
                    <a:pt x="7388225" y="216966"/>
                  </a:lnTo>
                  <a:lnTo>
                    <a:pt x="7416800" y="202679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6141" y="603580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93585" y="60418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499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0999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499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3585" y="60418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49589" y="604799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499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0999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499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49589" y="604799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11461" y="605104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500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1000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500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11461" y="605104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96585" y="5474970"/>
              <a:ext cx="396240" cy="548640"/>
            </a:xfrm>
            <a:custGeom>
              <a:avLst/>
              <a:gdLst/>
              <a:ahLst/>
              <a:cxnLst/>
              <a:rect l="l" t="t" r="r" b="b"/>
              <a:pathLst>
                <a:path w="396239" h="548639">
                  <a:moveTo>
                    <a:pt x="16637" y="508495"/>
                  </a:moveTo>
                  <a:lnTo>
                    <a:pt x="0" y="531774"/>
                  </a:lnTo>
                  <a:lnTo>
                    <a:pt x="23367" y="548347"/>
                  </a:lnTo>
                  <a:lnTo>
                    <a:pt x="39877" y="525068"/>
                  </a:lnTo>
                  <a:lnTo>
                    <a:pt x="16637" y="508495"/>
                  </a:lnTo>
                  <a:close/>
                </a:path>
                <a:path w="396239" h="548639">
                  <a:moveTo>
                    <a:pt x="49784" y="461937"/>
                  </a:moveTo>
                  <a:lnTo>
                    <a:pt x="33147" y="485216"/>
                  </a:lnTo>
                  <a:lnTo>
                    <a:pt x="56514" y="501776"/>
                  </a:lnTo>
                  <a:lnTo>
                    <a:pt x="73025" y="478497"/>
                  </a:lnTo>
                  <a:lnTo>
                    <a:pt x="49784" y="461937"/>
                  </a:lnTo>
                  <a:close/>
                </a:path>
                <a:path w="396239" h="548639">
                  <a:moveTo>
                    <a:pt x="82930" y="415366"/>
                  </a:moveTo>
                  <a:lnTo>
                    <a:pt x="66293" y="438645"/>
                  </a:lnTo>
                  <a:lnTo>
                    <a:pt x="89535" y="455218"/>
                  </a:lnTo>
                  <a:lnTo>
                    <a:pt x="106172" y="431939"/>
                  </a:lnTo>
                  <a:lnTo>
                    <a:pt x="82930" y="415366"/>
                  </a:lnTo>
                  <a:close/>
                </a:path>
                <a:path w="396239" h="548639">
                  <a:moveTo>
                    <a:pt x="116077" y="368807"/>
                  </a:moveTo>
                  <a:lnTo>
                    <a:pt x="99440" y="392087"/>
                  </a:lnTo>
                  <a:lnTo>
                    <a:pt x="122681" y="408660"/>
                  </a:lnTo>
                  <a:lnTo>
                    <a:pt x="139318" y="385368"/>
                  </a:lnTo>
                  <a:lnTo>
                    <a:pt x="116077" y="368807"/>
                  </a:lnTo>
                  <a:close/>
                </a:path>
                <a:path w="396239" h="548639">
                  <a:moveTo>
                    <a:pt x="149098" y="322237"/>
                  </a:moveTo>
                  <a:lnTo>
                    <a:pt x="132587" y="345528"/>
                  </a:lnTo>
                  <a:lnTo>
                    <a:pt x="155828" y="362089"/>
                  </a:lnTo>
                  <a:lnTo>
                    <a:pt x="172465" y="338810"/>
                  </a:lnTo>
                  <a:lnTo>
                    <a:pt x="149098" y="322237"/>
                  </a:lnTo>
                  <a:close/>
                </a:path>
                <a:path w="396239" h="548639">
                  <a:moveTo>
                    <a:pt x="182244" y="275678"/>
                  </a:moveTo>
                  <a:lnTo>
                    <a:pt x="165735" y="298957"/>
                  </a:lnTo>
                  <a:lnTo>
                    <a:pt x="188975" y="315531"/>
                  </a:lnTo>
                  <a:lnTo>
                    <a:pt x="205612" y="292252"/>
                  </a:lnTo>
                  <a:lnTo>
                    <a:pt x="182244" y="275678"/>
                  </a:lnTo>
                  <a:close/>
                </a:path>
                <a:path w="396239" h="548639">
                  <a:moveTo>
                    <a:pt x="215391" y="229120"/>
                  </a:moveTo>
                  <a:lnTo>
                    <a:pt x="198881" y="252399"/>
                  </a:lnTo>
                  <a:lnTo>
                    <a:pt x="222123" y="268960"/>
                  </a:lnTo>
                  <a:lnTo>
                    <a:pt x="238760" y="245681"/>
                  </a:lnTo>
                  <a:lnTo>
                    <a:pt x="215391" y="229120"/>
                  </a:lnTo>
                  <a:close/>
                </a:path>
                <a:path w="396239" h="548639">
                  <a:moveTo>
                    <a:pt x="248538" y="182549"/>
                  </a:moveTo>
                  <a:lnTo>
                    <a:pt x="232028" y="205828"/>
                  </a:lnTo>
                  <a:lnTo>
                    <a:pt x="255269" y="222402"/>
                  </a:lnTo>
                  <a:lnTo>
                    <a:pt x="271779" y="199123"/>
                  </a:lnTo>
                  <a:lnTo>
                    <a:pt x="248538" y="182549"/>
                  </a:lnTo>
                  <a:close/>
                </a:path>
                <a:path w="396239" h="548639">
                  <a:moveTo>
                    <a:pt x="281686" y="135991"/>
                  </a:moveTo>
                  <a:lnTo>
                    <a:pt x="265175" y="159270"/>
                  </a:lnTo>
                  <a:lnTo>
                    <a:pt x="288416" y="175844"/>
                  </a:lnTo>
                  <a:lnTo>
                    <a:pt x="304926" y="152552"/>
                  </a:lnTo>
                  <a:lnTo>
                    <a:pt x="281686" y="135991"/>
                  </a:lnTo>
                  <a:close/>
                </a:path>
                <a:path w="396239" h="548639">
                  <a:moveTo>
                    <a:pt x="314833" y="89407"/>
                  </a:moveTo>
                  <a:lnTo>
                    <a:pt x="298323" y="112648"/>
                  </a:lnTo>
                  <a:lnTo>
                    <a:pt x="321563" y="129273"/>
                  </a:lnTo>
                  <a:lnTo>
                    <a:pt x="338074" y="106044"/>
                  </a:lnTo>
                  <a:lnTo>
                    <a:pt x="314833" y="89407"/>
                  </a:lnTo>
                  <a:close/>
                </a:path>
                <a:path w="396239" h="548639">
                  <a:moveTo>
                    <a:pt x="388225" y="49910"/>
                  </a:moveTo>
                  <a:lnTo>
                    <a:pt x="342900" y="49910"/>
                  </a:lnTo>
                  <a:lnTo>
                    <a:pt x="366267" y="66547"/>
                  </a:lnTo>
                  <a:lnTo>
                    <a:pt x="357961" y="78140"/>
                  </a:lnTo>
                  <a:lnTo>
                    <a:pt x="381253" y="94741"/>
                  </a:lnTo>
                  <a:lnTo>
                    <a:pt x="388225" y="49910"/>
                  </a:lnTo>
                  <a:close/>
                </a:path>
                <a:path w="396239" h="548639">
                  <a:moveTo>
                    <a:pt x="334644" y="61522"/>
                  </a:moveTo>
                  <a:lnTo>
                    <a:pt x="331342" y="66166"/>
                  </a:lnTo>
                  <a:lnTo>
                    <a:pt x="354711" y="82676"/>
                  </a:lnTo>
                  <a:lnTo>
                    <a:pt x="357961" y="78140"/>
                  </a:lnTo>
                  <a:lnTo>
                    <a:pt x="334644" y="61522"/>
                  </a:lnTo>
                  <a:close/>
                </a:path>
                <a:path w="396239" h="548639">
                  <a:moveTo>
                    <a:pt x="342900" y="49910"/>
                  </a:moveTo>
                  <a:lnTo>
                    <a:pt x="334644" y="61522"/>
                  </a:lnTo>
                  <a:lnTo>
                    <a:pt x="357961" y="78140"/>
                  </a:lnTo>
                  <a:lnTo>
                    <a:pt x="366267" y="66547"/>
                  </a:lnTo>
                  <a:lnTo>
                    <a:pt x="342900" y="49910"/>
                  </a:lnTo>
                  <a:close/>
                </a:path>
                <a:path w="396239" h="548639">
                  <a:moveTo>
                    <a:pt x="395986" y="0"/>
                  </a:moveTo>
                  <a:lnTo>
                    <a:pt x="311403" y="44957"/>
                  </a:lnTo>
                  <a:lnTo>
                    <a:pt x="334644" y="61522"/>
                  </a:lnTo>
                  <a:lnTo>
                    <a:pt x="342900" y="49910"/>
                  </a:lnTo>
                  <a:lnTo>
                    <a:pt x="388225" y="49910"/>
                  </a:lnTo>
                  <a:lnTo>
                    <a:pt x="395986" y="0"/>
                  </a:lnTo>
                  <a:close/>
                </a:path>
              </a:pathLst>
            </a:custGeom>
            <a:solidFill>
              <a:srgbClr val="C2D1F8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48190" y="5118354"/>
              <a:ext cx="735965" cy="903605"/>
            </a:xfrm>
            <a:custGeom>
              <a:avLst/>
              <a:gdLst/>
              <a:ahLst/>
              <a:cxnLst/>
              <a:rect l="l" t="t" r="r" b="b"/>
              <a:pathLst>
                <a:path w="735965" h="903604">
                  <a:moveTo>
                    <a:pt x="395986" y="355092"/>
                  </a:moveTo>
                  <a:lnTo>
                    <a:pt x="311404" y="400050"/>
                  </a:lnTo>
                  <a:lnTo>
                    <a:pt x="334632" y="416610"/>
                  </a:lnTo>
                  <a:lnTo>
                    <a:pt x="0" y="886866"/>
                  </a:lnTo>
                  <a:lnTo>
                    <a:pt x="23368" y="903439"/>
                  </a:lnTo>
                  <a:lnTo>
                    <a:pt x="357987" y="433260"/>
                  </a:lnTo>
                  <a:lnTo>
                    <a:pt x="381254" y="449834"/>
                  </a:lnTo>
                  <a:lnTo>
                    <a:pt x="388213" y="405003"/>
                  </a:lnTo>
                  <a:lnTo>
                    <a:pt x="395986" y="355092"/>
                  </a:lnTo>
                  <a:close/>
                </a:path>
                <a:path w="735965" h="903604">
                  <a:moveTo>
                    <a:pt x="735584" y="190500"/>
                  </a:moveTo>
                  <a:lnTo>
                    <a:pt x="730542" y="146837"/>
                  </a:lnTo>
                  <a:lnTo>
                    <a:pt x="716203" y="106756"/>
                  </a:lnTo>
                  <a:lnTo>
                    <a:pt x="693712" y="71386"/>
                  </a:lnTo>
                  <a:lnTo>
                    <a:pt x="664197" y="41871"/>
                  </a:lnTo>
                  <a:lnTo>
                    <a:pt x="628827" y="19380"/>
                  </a:lnTo>
                  <a:lnTo>
                    <a:pt x="588746" y="5041"/>
                  </a:lnTo>
                  <a:lnTo>
                    <a:pt x="545084" y="0"/>
                  </a:lnTo>
                  <a:lnTo>
                    <a:pt x="501408" y="5041"/>
                  </a:lnTo>
                  <a:lnTo>
                    <a:pt x="461327" y="19380"/>
                  </a:lnTo>
                  <a:lnTo>
                    <a:pt x="425958" y="41871"/>
                  </a:lnTo>
                  <a:lnTo>
                    <a:pt x="396443" y="71386"/>
                  </a:lnTo>
                  <a:lnTo>
                    <a:pt x="373951" y="106756"/>
                  </a:lnTo>
                  <a:lnTo>
                    <a:pt x="359613" y="146837"/>
                  </a:lnTo>
                  <a:lnTo>
                    <a:pt x="354584" y="190500"/>
                  </a:lnTo>
                  <a:lnTo>
                    <a:pt x="359613" y="234175"/>
                  </a:lnTo>
                  <a:lnTo>
                    <a:pt x="373951" y="274256"/>
                  </a:lnTo>
                  <a:lnTo>
                    <a:pt x="396443" y="309626"/>
                  </a:lnTo>
                  <a:lnTo>
                    <a:pt x="425958" y="339140"/>
                  </a:lnTo>
                  <a:lnTo>
                    <a:pt x="461327" y="361632"/>
                  </a:lnTo>
                  <a:lnTo>
                    <a:pt x="501408" y="375970"/>
                  </a:lnTo>
                  <a:lnTo>
                    <a:pt x="545084" y="381000"/>
                  </a:lnTo>
                  <a:lnTo>
                    <a:pt x="588746" y="375970"/>
                  </a:lnTo>
                  <a:lnTo>
                    <a:pt x="628827" y="361632"/>
                  </a:lnTo>
                  <a:lnTo>
                    <a:pt x="664197" y="339140"/>
                  </a:lnTo>
                  <a:lnTo>
                    <a:pt x="693712" y="309626"/>
                  </a:lnTo>
                  <a:lnTo>
                    <a:pt x="716203" y="274256"/>
                  </a:lnTo>
                  <a:lnTo>
                    <a:pt x="730542" y="234175"/>
                  </a:lnTo>
                  <a:lnTo>
                    <a:pt x="735584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002773" y="511835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63250" y="508025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763250" y="508025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988802" y="5068062"/>
              <a:ext cx="916305" cy="381000"/>
            </a:xfrm>
            <a:custGeom>
              <a:avLst/>
              <a:gdLst/>
              <a:ahLst/>
              <a:cxnLst/>
              <a:rect l="l" t="t" r="r" b="b"/>
              <a:pathLst>
                <a:path w="916304" h="381000">
                  <a:moveTo>
                    <a:pt x="474345" y="190500"/>
                  </a:moveTo>
                  <a:lnTo>
                    <a:pt x="445681" y="176149"/>
                  </a:lnTo>
                  <a:lnTo>
                    <a:pt x="388620" y="147574"/>
                  </a:lnTo>
                  <a:lnTo>
                    <a:pt x="388620" y="176149"/>
                  </a:lnTo>
                  <a:lnTo>
                    <a:pt x="0" y="176149"/>
                  </a:lnTo>
                  <a:lnTo>
                    <a:pt x="0" y="204724"/>
                  </a:lnTo>
                  <a:lnTo>
                    <a:pt x="388620" y="204724"/>
                  </a:lnTo>
                  <a:lnTo>
                    <a:pt x="388620" y="233299"/>
                  </a:lnTo>
                  <a:lnTo>
                    <a:pt x="445846" y="204724"/>
                  </a:lnTo>
                  <a:lnTo>
                    <a:pt x="474345" y="190500"/>
                  </a:lnTo>
                  <a:close/>
                </a:path>
                <a:path w="916304" h="381000">
                  <a:moveTo>
                    <a:pt x="915924" y="190500"/>
                  </a:moveTo>
                  <a:lnTo>
                    <a:pt x="910882" y="146837"/>
                  </a:lnTo>
                  <a:lnTo>
                    <a:pt x="896543" y="106756"/>
                  </a:lnTo>
                  <a:lnTo>
                    <a:pt x="874052" y="71386"/>
                  </a:lnTo>
                  <a:lnTo>
                    <a:pt x="844537" y="41871"/>
                  </a:lnTo>
                  <a:lnTo>
                    <a:pt x="809167" y="19380"/>
                  </a:lnTo>
                  <a:lnTo>
                    <a:pt x="769086" y="5041"/>
                  </a:lnTo>
                  <a:lnTo>
                    <a:pt x="725424" y="0"/>
                  </a:lnTo>
                  <a:lnTo>
                    <a:pt x="681748" y="5041"/>
                  </a:lnTo>
                  <a:lnTo>
                    <a:pt x="641667" y="19380"/>
                  </a:lnTo>
                  <a:lnTo>
                    <a:pt x="606298" y="41871"/>
                  </a:lnTo>
                  <a:lnTo>
                    <a:pt x="576783" y="71386"/>
                  </a:lnTo>
                  <a:lnTo>
                    <a:pt x="554291" y="106756"/>
                  </a:lnTo>
                  <a:lnTo>
                    <a:pt x="539953" y="146837"/>
                  </a:lnTo>
                  <a:lnTo>
                    <a:pt x="534924" y="190500"/>
                  </a:lnTo>
                  <a:lnTo>
                    <a:pt x="539953" y="234175"/>
                  </a:lnTo>
                  <a:lnTo>
                    <a:pt x="554291" y="274256"/>
                  </a:lnTo>
                  <a:lnTo>
                    <a:pt x="576783" y="309626"/>
                  </a:lnTo>
                  <a:lnTo>
                    <a:pt x="606298" y="339140"/>
                  </a:lnTo>
                  <a:lnTo>
                    <a:pt x="641667" y="361632"/>
                  </a:lnTo>
                  <a:lnTo>
                    <a:pt x="681748" y="375970"/>
                  </a:lnTo>
                  <a:lnTo>
                    <a:pt x="725424" y="381000"/>
                  </a:lnTo>
                  <a:lnTo>
                    <a:pt x="769086" y="375970"/>
                  </a:lnTo>
                  <a:lnTo>
                    <a:pt x="809167" y="361632"/>
                  </a:lnTo>
                  <a:lnTo>
                    <a:pt x="844537" y="339140"/>
                  </a:lnTo>
                  <a:lnTo>
                    <a:pt x="874052" y="309626"/>
                  </a:lnTo>
                  <a:lnTo>
                    <a:pt x="896543" y="274256"/>
                  </a:lnTo>
                  <a:lnTo>
                    <a:pt x="910882" y="234175"/>
                  </a:lnTo>
                  <a:lnTo>
                    <a:pt x="915924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523726" y="50680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9988" y="4392707"/>
              <a:ext cx="2418080" cy="508634"/>
            </a:xfrm>
            <a:custGeom>
              <a:avLst/>
              <a:gdLst/>
              <a:ahLst/>
              <a:cxnLst/>
              <a:rect l="l" t="t" r="r" b="b"/>
              <a:pathLst>
                <a:path w="2418079" h="508635">
                  <a:moveTo>
                    <a:pt x="0" y="508349"/>
                  </a:moveTo>
                  <a:lnTo>
                    <a:pt x="34943" y="474192"/>
                  </a:lnTo>
                  <a:lnTo>
                    <a:pt x="70600" y="441221"/>
                  </a:lnTo>
                  <a:lnTo>
                    <a:pt x="106944" y="409437"/>
                  </a:lnTo>
                  <a:lnTo>
                    <a:pt x="143949" y="378839"/>
                  </a:lnTo>
                  <a:lnTo>
                    <a:pt x="181591" y="349429"/>
                  </a:lnTo>
                  <a:lnTo>
                    <a:pt x="219843" y="321204"/>
                  </a:lnTo>
                  <a:lnTo>
                    <a:pt x="258681" y="294167"/>
                  </a:lnTo>
                  <a:lnTo>
                    <a:pt x="298078" y="268317"/>
                  </a:lnTo>
                  <a:lnTo>
                    <a:pt x="338010" y="243655"/>
                  </a:lnTo>
                  <a:lnTo>
                    <a:pt x="378450" y="220180"/>
                  </a:lnTo>
                  <a:lnTo>
                    <a:pt x="419373" y="197892"/>
                  </a:lnTo>
                  <a:lnTo>
                    <a:pt x="460754" y="176793"/>
                  </a:lnTo>
                  <a:lnTo>
                    <a:pt x="502567" y="156881"/>
                  </a:lnTo>
                  <a:lnTo>
                    <a:pt x="544786" y="138158"/>
                  </a:lnTo>
                  <a:lnTo>
                    <a:pt x="587387" y="120623"/>
                  </a:lnTo>
                  <a:lnTo>
                    <a:pt x="630343" y="104276"/>
                  </a:lnTo>
                  <a:lnTo>
                    <a:pt x="673630" y="89118"/>
                  </a:lnTo>
                  <a:lnTo>
                    <a:pt x="717221" y="75149"/>
                  </a:lnTo>
                  <a:lnTo>
                    <a:pt x="761091" y="62369"/>
                  </a:lnTo>
                  <a:lnTo>
                    <a:pt x="805215" y="50779"/>
                  </a:lnTo>
                  <a:lnTo>
                    <a:pt x="849567" y="40377"/>
                  </a:lnTo>
                  <a:lnTo>
                    <a:pt x="894121" y="31165"/>
                  </a:lnTo>
                  <a:lnTo>
                    <a:pt x="938852" y="23142"/>
                  </a:lnTo>
                  <a:lnTo>
                    <a:pt x="983736" y="16310"/>
                  </a:lnTo>
                  <a:lnTo>
                    <a:pt x="1028745" y="10667"/>
                  </a:lnTo>
                  <a:lnTo>
                    <a:pt x="1073854" y="6215"/>
                  </a:lnTo>
                  <a:lnTo>
                    <a:pt x="1119039" y="2952"/>
                  </a:lnTo>
                  <a:lnTo>
                    <a:pt x="1164273" y="881"/>
                  </a:lnTo>
                  <a:lnTo>
                    <a:pt x="1209532" y="0"/>
                  </a:lnTo>
                  <a:lnTo>
                    <a:pt x="1254788" y="309"/>
                  </a:lnTo>
                  <a:lnTo>
                    <a:pt x="1300018" y="1810"/>
                  </a:lnTo>
                  <a:lnTo>
                    <a:pt x="1345196" y="4502"/>
                  </a:lnTo>
                  <a:lnTo>
                    <a:pt x="1390295" y="8385"/>
                  </a:lnTo>
                  <a:lnTo>
                    <a:pt x="1435291" y="13459"/>
                  </a:lnTo>
                  <a:lnTo>
                    <a:pt x="1480158" y="19725"/>
                  </a:lnTo>
                  <a:lnTo>
                    <a:pt x="1524870" y="27183"/>
                  </a:lnTo>
                  <a:lnTo>
                    <a:pt x="1569402" y="35833"/>
                  </a:lnTo>
                  <a:lnTo>
                    <a:pt x="1613729" y="45675"/>
                  </a:lnTo>
                  <a:lnTo>
                    <a:pt x="1657825" y="56709"/>
                  </a:lnTo>
                  <a:lnTo>
                    <a:pt x="1701664" y="68936"/>
                  </a:lnTo>
                  <a:lnTo>
                    <a:pt x="1745222" y="82355"/>
                  </a:lnTo>
                  <a:lnTo>
                    <a:pt x="1788471" y="96967"/>
                  </a:lnTo>
                  <a:lnTo>
                    <a:pt x="1831388" y="112772"/>
                  </a:lnTo>
                  <a:lnTo>
                    <a:pt x="1873946" y="129770"/>
                  </a:lnTo>
                  <a:lnTo>
                    <a:pt x="1916120" y="147961"/>
                  </a:lnTo>
                  <a:lnTo>
                    <a:pt x="1957884" y="167346"/>
                  </a:lnTo>
                  <a:lnTo>
                    <a:pt x="1999213" y="187924"/>
                  </a:lnTo>
                  <a:lnTo>
                    <a:pt x="2040082" y="209696"/>
                  </a:lnTo>
                  <a:lnTo>
                    <a:pt x="2080465" y="232662"/>
                  </a:lnTo>
                  <a:lnTo>
                    <a:pt x="2120336" y="256822"/>
                  </a:lnTo>
                  <a:lnTo>
                    <a:pt x="2159670" y="282176"/>
                  </a:lnTo>
                  <a:lnTo>
                    <a:pt x="2198441" y="308725"/>
                  </a:lnTo>
                  <a:lnTo>
                    <a:pt x="2236624" y="336468"/>
                  </a:lnTo>
                  <a:lnTo>
                    <a:pt x="2274194" y="365406"/>
                  </a:lnTo>
                  <a:lnTo>
                    <a:pt x="2311124" y="395539"/>
                  </a:lnTo>
                  <a:lnTo>
                    <a:pt x="2347390" y="426867"/>
                  </a:lnTo>
                  <a:lnTo>
                    <a:pt x="2382966" y="459390"/>
                  </a:lnTo>
                  <a:lnTo>
                    <a:pt x="2417826" y="493109"/>
                  </a:lnTo>
                </a:path>
              </a:pathLst>
            </a:custGeom>
            <a:ln w="6349">
              <a:solidFill>
                <a:srgbClr val="C2D1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1614" y="4820920"/>
              <a:ext cx="248284" cy="25222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251185" y="5250688"/>
              <a:ext cx="474345" cy="85725"/>
            </a:xfrm>
            <a:custGeom>
              <a:avLst/>
              <a:gdLst/>
              <a:ahLst/>
              <a:cxnLst/>
              <a:rect l="l" t="t" r="r" b="b"/>
              <a:pathLst>
                <a:path w="474345" h="85725">
                  <a:moveTo>
                    <a:pt x="388620" y="0"/>
                  </a:moveTo>
                  <a:lnTo>
                    <a:pt x="388620" y="85725"/>
                  </a:lnTo>
                  <a:lnTo>
                    <a:pt x="445854" y="57150"/>
                  </a:lnTo>
                  <a:lnTo>
                    <a:pt x="402971" y="57150"/>
                  </a:lnTo>
                  <a:lnTo>
                    <a:pt x="402971" y="28575"/>
                  </a:lnTo>
                  <a:lnTo>
                    <a:pt x="445685" y="28575"/>
                  </a:lnTo>
                  <a:lnTo>
                    <a:pt x="388620" y="0"/>
                  </a:lnTo>
                  <a:close/>
                </a:path>
                <a:path w="474345" h="85725">
                  <a:moveTo>
                    <a:pt x="38862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388620" y="57150"/>
                  </a:lnTo>
                  <a:lnTo>
                    <a:pt x="388620" y="28575"/>
                  </a:lnTo>
                  <a:close/>
                </a:path>
                <a:path w="474345" h="85725">
                  <a:moveTo>
                    <a:pt x="445685" y="28575"/>
                  </a:moveTo>
                  <a:lnTo>
                    <a:pt x="402971" y="28575"/>
                  </a:lnTo>
                  <a:lnTo>
                    <a:pt x="402971" y="57150"/>
                  </a:lnTo>
                  <a:lnTo>
                    <a:pt x="445854" y="57150"/>
                  </a:lnTo>
                  <a:lnTo>
                    <a:pt x="474345" y="42925"/>
                  </a:lnTo>
                  <a:lnTo>
                    <a:pt x="445685" y="28575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87442" y="5122926"/>
              <a:ext cx="735965" cy="902335"/>
            </a:xfrm>
            <a:custGeom>
              <a:avLst/>
              <a:gdLst/>
              <a:ahLst/>
              <a:cxnLst/>
              <a:rect l="l" t="t" r="r" b="b"/>
              <a:pathLst>
                <a:path w="735964" h="902335">
                  <a:moveTo>
                    <a:pt x="39878" y="878636"/>
                  </a:moveTo>
                  <a:lnTo>
                    <a:pt x="16637" y="862063"/>
                  </a:lnTo>
                  <a:lnTo>
                    <a:pt x="0" y="885342"/>
                  </a:lnTo>
                  <a:lnTo>
                    <a:pt x="23368" y="901915"/>
                  </a:lnTo>
                  <a:lnTo>
                    <a:pt x="39878" y="878636"/>
                  </a:lnTo>
                  <a:close/>
                </a:path>
                <a:path w="735964" h="902335">
                  <a:moveTo>
                    <a:pt x="73025" y="832065"/>
                  </a:moveTo>
                  <a:lnTo>
                    <a:pt x="49784" y="815505"/>
                  </a:lnTo>
                  <a:lnTo>
                    <a:pt x="33147" y="838784"/>
                  </a:lnTo>
                  <a:lnTo>
                    <a:pt x="56515" y="855345"/>
                  </a:lnTo>
                  <a:lnTo>
                    <a:pt x="73025" y="832065"/>
                  </a:lnTo>
                  <a:close/>
                </a:path>
                <a:path w="735964" h="902335">
                  <a:moveTo>
                    <a:pt x="106172" y="785507"/>
                  </a:moveTo>
                  <a:lnTo>
                    <a:pt x="82931" y="768934"/>
                  </a:lnTo>
                  <a:lnTo>
                    <a:pt x="66294" y="792213"/>
                  </a:lnTo>
                  <a:lnTo>
                    <a:pt x="89535" y="808786"/>
                  </a:lnTo>
                  <a:lnTo>
                    <a:pt x="106172" y="785507"/>
                  </a:lnTo>
                  <a:close/>
                </a:path>
                <a:path w="735964" h="902335">
                  <a:moveTo>
                    <a:pt x="139319" y="738936"/>
                  </a:moveTo>
                  <a:lnTo>
                    <a:pt x="116078" y="722376"/>
                  </a:lnTo>
                  <a:lnTo>
                    <a:pt x="99441" y="745655"/>
                  </a:lnTo>
                  <a:lnTo>
                    <a:pt x="122682" y="762228"/>
                  </a:lnTo>
                  <a:lnTo>
                    <a:pt x="139319" y="738936"/>
                  </a:lnTo>
                  <a:close/>
                </a:path>
                <a:path w="735964" h="902335">
                  <a:moveTo>
                    <a:pt x="172466" y="692378"/>
                  </a:moveTo>
                  <a:lnTo>
                    <a:pt x="149098" y="675805"/>
                  </a:lnTo>
                  <a:lnTo>
                    <a:pt x="132588" y="699096"/>
                  </a:lnTo>
                  <a:lnTo>
                    <a:pt x="155829" y="715657"/>
                  </a:lnTo>
                  <a:lnTo>
                    <a:pt x="172466" y="692378"/>
                  </a:lnTo>
                  <a:close/>
                </a:path>
                <a:path w="735964" h="902335">
                  <a:moveTo>
                    <a:pt x="205613" y="645820"/>
                  </a:moveTo>
                  <a:lnTo>
                    <a:pt x="182245" y="629246"/>
                  </a:lnTo>
                  <a:lnTo>
                    <a:pt x="165735" y="652526"/>
                  </a:lnTo>
                  <a:lnTo>
                    <a:pt x="188976" y="669099"/>
                  </a:lnTo>
                  <a:lnTo>
                    <a:pt x="205613" y="645820"/>
                  </a:lnTo>
                  <a:close/>
                </a:path>
                <a:path w="735964" h="902335">
                  <a:moveTo>
                    <a:pt x="238760" y="599249"/>
                  </a:moveTo>
                  <a:lnTo>
                    <a:pt x="215392" y="582688"/>
                  </a:lnTo>
                  <a:lnTo>
                    <a:pt x="198882" y="605967"/>
                  </a:lnTo>
                  <a:lnTo>
                    <a:pt x="222123" y="622528"/>
                  </a:lnTo>
                  <a:lnTo>
                    <a:pt x="238760" y="599249"/>
                  </a:lnTo>
                  <a:close/>
                </a:path>
                <a:path w="735964" h="902335">
                  <a:moveTo>
                    <a:pt x="271780" y="552691"/>
                  </a:moveTo>
                  <a:lnTo>
                    <a:pt x="248539" y="536117"/>
                  </a:lnTo>
                  <a:lnTo>
                    <a:pt x="232029" y="559396"/>
                  </a:lnTo>
                  <a:lnTo>
                    <a:pt x="255270" y="575970"/>
                  </a:lnTo>
                  <a:lnTo>
                    <a:pt x="271780" y="552691"/>
                  </a:lnTo>
                  <a:close/>
                </a:path>
                <a:path w="735964" h="902335">
                  <a:moveTo>
                    <a:pt x="304927" y="506120"/>
                  </a:moveTo>
                  <a:lnTo>
                    <a:pt x="281686" y="489559"/>
                  </a:lnTo>
                  <a:lnTo>
                    <a:pt x="265176" y="512838"/>
                  </a:lnTo>
                  <a:lnTo>
                    <a:pt x="288417" y="529412"/>
                  </a:lnTo>
                  <a:lnTo>
                    <a:pt x="304927" y="506120"/>
                  </a:lnTo>
                  <a:close/>
                </a:path>
                <a:path w="735964" h="902335">
                  <a:moveTo>
                    <a:pt x="338074" y="459613"/>
                  </a:moveTo>
                  <a:lnTo>
                    <a:pt x="314833" y="442976"/>
                  </a:lnTo>
                  <a:lnTo>
                    <a:pt x="298323" y="466280"/>
                  </a:lnTo>
                  <a:lnTo>
                    <a:pt x="321564" y="482841"/>
                  </a:lnTo>
                  <a:lnTo>
                    <a:pt x="338074" y="459613"/>
                  </a:lnTo>
                  <a:close/>
                </a:path>
                <a:path w="735964" h="902335">
                  <a:moveTo>
                    <a:pt x="395986" y="353568"/>
                  </a:moveTo>
                  <a:lnTo>
                    <a:pt x="311404" y="398526"/>
                  </a:lnTo>
                  <a:lnTo>
                    <a:pt x="334632" y="415099"/>
                  </a:lnTo>
                  <a:lnTo>
                    <a:pt x="331343" y="419735"/>
                  </a:lnTo>
                  <a:lnTo>
                    <a:pt x="354711" y="436245"/>
                  </a:lnTo>
                  <a:lnTo>
                    <a:pt x="357949" y="431711"/>
                  </a:lnTo>
                  <a:lnTo>
                    <a:pt x="381254" y="448310"/>
                  </a:lnTo>
                  <a:lnTo>
                    <a:pt x="388213" y="403479"/>
                  </a:lnTo>
                  <a:lnTo>
                    <a:pt x="395986" y="353568"/>
                  </a:lnTo>
                  <a:close/>
                </a:path>
                <a:path w="735964" h="902335">
                  <a:moveTo>
                    <a:pt x="735584" y="190500"/>
                  </a:moveTo>
                  <a:lnTo>
                    <a:pt x="730542" y="146837"/>
                  </a:lnTo>
                  <a:lnTo>
                    <a:pt x="716203" y="106756"/>
                  </a:lnTo>
                  <a:lnTo>
                    <a:pt x="693712" y="71386"/>
                  </a:lnTo>
                  <a:lnTo>
                    <a:pt x="664197" y="41871"/>
                  </a:lnTo>
                  <a:lnTo>
                    <a:pt x="628827" y="19380"/>
                  </a:lnTo>
                  <a:lnTo>
                    <a:pt x="588746" y="5041"/>
                  </a:lnTo>
                  <a:lnTo>
                    <a:pt x="545084" y="0"/>
                  </a:lnTo>
                  <a:lnTo>
                    <a:pt x="501408" y="5041"/>
                  </a:lnTo>
                  <a:lnTo>
                    <a:pt x="461327" y="19380"/>
                  </a:lnTo>
                  <a:lnTo>
                    <a:pt x="425958" y="41871"/>
                  </a:lnTo>
                  <a:lnTo>
                    <a:pt x="396443" y="71386"/>
                  </a:lnTo>
                  <a:lnTo>
                    <a:pt x="373951" y="106756"/>
                  </a:lnTo>
                  <a:lnTo>
                    <a:pt x="359613" y="146837"/>
                  </a:lnTo>
                  <a:lnTo>
                    <a:pt x="354584" y="190500"/>
                  </a:lnTo>
                  <a:lnTo>
                    <a:pt x="359613" y="234175"/>
                  </a:lnTo>
                  <a:lnTo>
                    <a:pt x="373951" y="274256"/>
                  </a:lnTo>
                  <a:lnTo>
                    <a:pt x="396443" y="309626"/>
                  </a:lnTo>
                  <a:lnTo>
                    <a:pt x="425958" y="339140"/>
                  </a:lnTo>
                  <a:lnTo>
                    <a:pt x="461327" y="361632"/>
                  </a:lnTo>
                  <a:lnTo>
                    <a:pt x="501408" y="375970"/>
                  </a:lnTo>
                  <a:lnTo>
                    <a:pt x="545084" y="381000"/>
                  </a:lnTo>
                  <a:lnTo>
                    <a:pt x="588746" y="375970"/>
                  </a:lnTo>
                  <a:lnTo>
                    <a:pt x="628827" y="361632"/>
                  </a:lnTo>
                  <a:lnTo>
                    <a:pt x="664197" y="339140"/>
                  </a:lnTo>
                  <a:lnTo>
                    <a:pt x="693712" y="309626"/>
                  </a:lnTo>
                  <a:lnTo>
                    <a:pt x="716203" y="274256"/>
                  </a:lnTo>
                  <a:lnTo>
                    <a:pt x="730542" y="234175"/>
                  </a:lnTo>
                  <a:lnTo>
                    <a:pt x="735584" y="19050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42025" y="51229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04026" y="5084826"/>
              <a:ext cx="698500" cy="381000"/>
            </a:xfrm>
            <a:custGeom>
              <a:avLst/>
              <a:gdLst/>
              <a:ahLst/>
              <a:cxnLst/>
              <a:rect l="l" t="t" r="r" b="b"/>
              <a:pathLst>
                <a:path w="698500" h="381000">
                  <a:moveTo>
                    <a:pt x="381000" y="190500"/>
                  </a:moveTo>
                  <a:lnTo>
                    <a:pt x="375958" y="146837"/>
                  </a:lnTo>
                  <a:lnTo>
                    <a:pt x="361619" y="106756"/>
                  </a:lnTo>
                  <a:lnTo>
                    <a:pt x="339128" y="71386"/>
                  </a:lnTo>
                  <a:lnTo>
                    <a:pt x="309613" y="41871"/>
                  </a:lnTo>
                  <a:lnTo>
                    <a:pt x="274243" y="19380"/>
                  </a:lnTo>
                  <a:lnTo>
                    <a:pt x="234162" y="5041"/>
                  </a:lnTo>
                  <a:lnTo>
                    <a:pt x="190500" y="0"/>
                  </a:lnTo>
                  <a:lnTo>
                    <a:pt x="146824" y="5041"/>
                  </a:lnTo>
                  <a:lnTo>
                    <a:pt x="106743" y="19380"/>
                  </a:lnTo>
                  <a:lnTo>
                    <a:pt x="71374" y="41871"/>
                  </a:lnTo>
                  <a:lnTo>
                    <a:pt x="41859" y="71386"/>
                  </a:lnTo>
                  <a:lnTo>
                    <a:pt x="19367" y="106756"/>
                  </a:lnTo>
                  <a:lnTo>
                    <a:pt x="5029" y="146837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56"/>
                  </a:lnTo>
                  <a:lnTo>
                    <a:pt x="41859" y="309626"/>
                  </a:lnTo>
                  <a:lnTo>
                    <a:pt x="71374" y="339140"/>
                  </a:lnTo>
                  <a:lnTo>
                    <a:pt x="106743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62" y="375970"/>
                  </a:lnTo>
                  <a:lnTo>
                    <a:pt x="274243" y="361632"/>
                  </a:lnTo>
                  <a:lnTo>
                    <a:pt x="309613" y="339140"/>
                  </a:lnTo>
                  <a:lnTo>
                    <a:pt x="339128" y="309626"/>
                  </a:lnTo>
                  <a:lnTo>
                    <a:pt x="361619" y="274256"/>
                  </a:lnTo>
                  <a:lnTo>
                    <a:pt x="375958" y="234175"/>
                  </a:lnTo>
                  <a:lnTo>
                    <a:pt x="381000" y="190500"/>
                  </a:lnTo>
                  <a:close/>
                </a:path>
                <a:path w="698500" h="381000">
                  <a:moveTo>
                    <a:pt x="424053" y="163957"/>
                  </a:moveTo>
                  <a:lnTo>
                    <a:pt x="395478" y="163957"/>
                  </a:lnTo>
                  <a:lnTo>
                    <a:pt x="395478" y="192532"/>
                  </a:lnTo>
                  <a:lnTo>
                    <a:pt x="424053" y="192532"/>
                  </a:lnTo>
                  <a:lnTo>
                    <a:pt x="424053" y="163957"/>
                  </a:lnTo>
                  <a:close/>
                </a:path>
                <a:path w="698500" h="381000">
                  <a:moveTo>
                    <a:pt x="481203" y="163957"/>
                  </a:moveTo>
                  <a:lnTo>
                    <a:pt x="452628" y="163957"/>
                  </a:lnTo>
                  <a:lnTo>
                    <a:pt x="452628" y="192532"/>
                  </a:lnTo>
                  <a:lnTo>
                    <a:pt x="481203" y="192532"/>
                  </a:lnTo>
                  <a:lnTo>
                    <a:pt x="481203" y="163957"/>
                  </a:lnTo>
                  <a:close/>
                </a:path>
                <a:path w="698500" h="381000">
                  <a:moveTo>
                    <a:pt x="538353" y="163957"/>
                  </a:moveTo>
                  <a:lnTo>
                    <a:pt x="509778" y="163957"/>
                  </a:lnTo>
                  <a:lnTo>
                    <a:pt x="509778" y="192532"/>
                  </a:lnTo>
                  <a:lnTo>
                    <a:pt x="538353" y="192532"/>
                  </a:lnTo>
                  <a:lnTo>
                    <a:pt x="538353" y="163957"/>
                  </a:lnTo>
                  <a:close/>
                </a:path>
                <a:path w="698500" h="381000">
                  <a:moveTo>
                    <a:pt x="595503" y="163957"/>
                  </a:moveTo>
                  <a:lnTo>
                    <a:pt x="566928" y="163957"/>
                  </a:lnTo>
                  <a:lnTo>
                    <a:pt x="566928" y="192532"/>
                  </a:lnTo>
                  <a:lnTo>
                    <a:pt x="595503" y="192532"/>
                  </a:lnTo>
                  <a:lnTo>
                    <a:pt x="595503" y="163957"/>
                  </a:lnTo>
                  <a:close/>
                </a:path>
                <a:path w="698500" h="381000">
                  <a:moveTo>
                    <a:pt x="698373" y="178308"/>
                  </a:moveTo>
                  <a:lnTo>
                    <a:pt x="669709" y="163957"/>
                  </a:lnTo>
                  <a:lnTo>
                    <a:pt x="612648" y="135382"/>
                  </a:lnTo>
                  <a:lnTo>
                    <a:pt x="612648" y="221107"/>
                  </a:lnTo>
                  <a:lnTo>
                    <a:pt x="669874" y="192532"/>
                  </a:lnTo>
                  <a:lnTo>
                    <a:pt x="698373" y="178308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04025" y="50848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62977" y="507263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62977" y="507263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91961" y="5255260"/>
              <a:ext cx="474345" cy="85725"/>
            </a:xfrm>
            <a:custGeom>
              <a:avLst/>
              <a:gdLst/>
              <a:ahLst/>
              <a:cxnLst/>
              <a:rect l="l" t="t" r="r" b="b"/>
              <a:pathLst>
                <a:path w="474345" h="85725">
                  <a:moveTo>
                    <a:pt x="28575" y="28574"/>
                  </a:moveTo>
                  <a:lnTo>
                    <a:pt x="0" y="28574"/>
                  </a:lnTo>
                  <a:lnTo>
                    <a:pt x="0" y="57149"/>
                  </a:lnTo>
                  <a:lnTo>
                    <a:pt x="28575" y="57149"/>
                  </a:lnTo>
                  <a:lnTo>
                    <a:pt x="28575" y="28574"/>
                  </a:lnTo>
                  <a:close/>
                </a:path>
                <a:path w="474345" h="85725">
                  <a:moveTo>
                    <a:pt x="85725" y="28574"/>
                  </a:moveTo>
                  <a:lnTo>
                    <a:pt x="57150" y="28574"/>
                  </a:lnTo>
                  <a:lnTo>
                    <a:pt x="57150" y="57149"/>
                  </a:lnTo>
                  <a:lnTo>
                    <a:pt x="85725" y="57149"/>
                  </a:lnTo>
                  <a:lnTo>
                    <a:pt x="85725" y="28574"/>
                  </a:lnTo>
                  <a:close/>
                </a:path>
                <a:path w="474345" h="85725">
                  <a:moveTo>
                    <a:pt x="142875" y="28574"/>
                  </a:moveTo>
                  <a:lnTo>
                    <a:pt x="114300" y="28574"/>
                  </a:lnTo>
                  <a:lnTo>
                    <a:pt x="114300" y="57149"/>
                  </a:lnTo>
                  <a:lnTo>
                    <a:pt x="142875" y="57149"/>
                  </a:lnTo>
                  <a:lnTo>
                    <a:pt x="142875" y="28574"/>
                  </a:lnTo>
                  <a:close/>
                </a:path>
                <a:path w="474345" h="85725">
                  <a:moveTo>
                    <a:pt x="200025" y="28574"/>
                  </a:moveTo>
                  <a:lnTo>
                    <a:pt x="171450" y="28574"/>
                  </a:lnTo>
                  <a:lnTo>
                    <a:pt x="171450" y="57149"/>
                  </a:lnTo>
                  <a:lnTo>
                    <a:pt x="200025" y="57149"/>
                  </a:lnTo>
                  <a:lnTo>
                    <a:pt x="200025" y="28574"/>
                  </a:lnTo>
                  <a:close/>
                </a:path>
                <a:path w="474345" h="85725">
                  <a:moveTo>
                    <a:pt x="257175" y="28574"/>
                  </a:moveTo>
                  <a:lnTo>
                    <a:pt x="228600" y="28574"/>
                  </a:lnTo>
                  <a:lnTo>
                    <a:pt x="228600" y="57149"/>
                  </a:lnTo>
                  <a:lnTo>
                    <a:pt x="257175" y="57149"/>
                  </a:lnTo>
                  <a:lnTo>
                    <a:pt x="257175" y="28574"/>
                  </a:lnTo>
                  <a:close/>
                </a:path>
                <a:path w="474345" h="85725">
                  <a:moveTo>
                    <a:pt x="314325" y="28574"/>
                  </a:moveTo>
                  <a:lnTo>
                    <a:pt x="285750" y="28574"/>
                  </a:lnTo>
                  <a:lnTo>
                    <a:pt x="285750" y="57149"/>
                  </a:lnTo>
                  <a:lnTo>
                    <a:pt x="314325" y="57149"/>
                  </a:lnTo>
                  <a:lnTo>
                    <a:pt x="314325" y="28574"/>
                  </a:lnTo>
                  <a:close/>
                </a:path>
                <a:path w="474345" h="85725">
                  <a:moveTo>
                    <a:pt x="371475" y="28574"/>
                  </a:moveTo>
                  <a:lnTo>
                    <a:pt x="342900" y="28574"/>
                  </a:lnTo>
                  <a:lnTo>
                    <a:pt x="342900" y="57149"/>
                  </a:lnTo>
                  <a:lnTo>
                    <a:pt x="371475" y="57149"/>
                  </a:lnTo>
                  <a:lnTo>
                    <a:pt x="371475" y="28574"/>
                  </a:lnTo>
                  <a:close/>
                </a:path>
                <a:path w="474345" h="85725">
                  <a:moveTo>
                    <a:pt x="388620" y="0"/>
                  </a:moveTo>
                  <a:lnTo>
                    <a:pt x="388620" y="85724"/>
                  </a:lnTo>
                  <a:lnTo>
                    <a:pt x="445854" y="57149"/>
                  </a:lnTo>
                  <a:lnTo>
                    <a:pt x="400050" y="57149"/>
                  </a:lnTo>
                  <a:lnTo>
                    <a:pt x="400050" y="28574"/>
                  </a:lnTo>
                  <a:lnTo>
                    <a:pt x="445685" y="28574"/>
                  </a:lnTo>
                  <a:lnTo>
                    <a:pt x="388620" y="0"/>
                  </a:lnTo>
                  <a:close/>
                </a:path>
                <a:path w="474345" h="85725">
                  <a:moveTo>
                    <a:pt x="402971" y="28574"/>
                  </a:moveTo>
                  <a:lnTo>
                    <a:pt x="400050" y="28574"/>
                  </a:lnTo>
                  <a:lnTo>
                    <a:pt x="400050" y="57149"/>
                  </a:lnTo>
                  <a:lnTo>
                    <a:pt x="402971" y="57149"/>
                  </a:lnTo>
                  <a:lnTo>
                    <a:pt x="402971" y="28574"/>
                  </a:lnTo>
                  <a:close/>
                </a:path>
                <a:path w="474345" h="85725">
                  <a:moveTo>
                    <a:pt x="445685" y="28574"/>
                  </a:moveTo>
                  <a:lnTo>
                    <a:pt x="402971" y="28574"/>
                  </a:lnTo>
                  <a:lnTo>
                    <a:pt x="402971" y="57149"/>
                  </a:lnTo>
                  <a:lnTo>
                    <a:pt x="445854" y="57149"/>
                  </a:lnTo>
                  <a:lnTo>
                    <a:pt x="474345" y="42925"/>
                  </a:lnTo>
                  <a:lnTo>
                    <a:pt x="445685" y="28574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645400" y="4038092"/>
            <a:ext cx="1642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Git rebase</a:t>
            </a:r>
            <a:r>
              <a:rPr sz="1800" b="1" spc="20" dirty="0">
                <a:latin typeface="Roboto"/>
                <a:cs typeface="Roboto"/>
              </a:rPr>
              <a:t> </a:t>
            </a:r>
            <a:r>
              <a:rPr sz="1800" b="1" spc="-20" dirty="0">
                <a:latin typeface="Roboto"/>
                <a:cs typeface="Roboto"/>
              </a:rPr>
              <a:t>main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75340" y="6296050"/>
            <a:ext cx="5861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Roboto Lt"/>
                <a:cs typeface="Roboto Lt"/>
              </a:rPr>
              <a:t>main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71059" y="4682997"/>
            <a:ext cx="1892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000" spc="-35" dirty="0" err="1">
                <a:latin typeface="Roboto Lt"/>
                <a:cs typeface="Roboto Lt"/>
              </a:rPr>
              <a:t>prj</a:t>
            </a:r>
            <a:r>
              <a:rPr lang="fr-FR" sz="2000" spc="-35" dirty="0">
                <a:latin typeface="Roboto Lt"/>
                <a:cs typeface="Roboto Lt"/>
              </a:rPr>
              <a:t>-web</a:t>
            </a:r>
            <a:endParaRPr sz="2000" dirty="0">
              <a:latin typeface="Roboto Lt"/>
              <a:cs typeface="Roboto L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099675" y="4698619"/>
            <a:ext cx="1892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000" spc="-35" dirty="0" err="1">
                <a:latin typeface="Roboto Lt"/>
                <a:cs typeface="Roboto Lt"/>
              </a:rPr>
              <a:t>prj</a:t>
            </a:r>
            <a:r>
              <a:rPr lang="fr-FR" sz="2000" spc="-35" dirty="0">
                <a:latin typeface="Roboto Lt"/>
                <a:cs typeface="Roboto Lt"/>
              </a:rPr>
              <a:t>-web</a:t>
            </a:r>
            <a:endParaRPr lang="fr-FR" sz="2000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</a:t>
            </a:r>
            <a:r>
              <a:rPr spc="60" dirty="0"/>
              <a:t> </a:t>
            </a:r>
            <a:r>
              <a:rPr spc="45" dirty="0"/>
              <a:t>rebase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61986"/>
            <a:ext cx="8611870" cy="33645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2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Roboto Lt"/>
                <a:cs typeface="Roboto Lt"/>
              </a:rPr>
              <a:t>Refaire</a:t>
            </a:r>
            <a:r>
              <a:rPr sz="3200" spc="-6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les</a:t>
            </a:r>
            <a:r>
              <a:rPr sz="3200" spc="-4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modifications</a:t>
            </a:r>
            <a:r>
              <a:rPr sz="3200" spc="-7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à</a:t>
            </a:r>
            <a:r>
              <a:rPr sz="3200" spc="-4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partir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de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la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spc="-10" dirty="0">
                <a:latin typeface="Roboto Lt"/>
                <a:cs typeface="Roboto Lt"/>
              </a:rPr>
              <a:t>dernière version</a:t>
            </a:r>
            <a:endParaRPr sz="3200" dirty="0">
              <a:latin typeface="Roboto Lt"/>
              <a:cs typeface="Roboto Lt"/>
            </a:endParaRPr>
          </a:p>
          <a:p>
            <a:pPr marL="355600" indent="-342900">
              <a:lnSpc>
                <a:spcPct val="100000"/>
              </a:lnSpc>
              <a:spcBef>
                <a:spcPts val="17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Roboto Lt"/>
                <a:cs typeface="Roboto Lt"/>
              </a:rPr>
              <a:t>Objectif</a:t>
            </a:r>
            <a:r>
              <a:rPr sz="3200" spc="-6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: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éviter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les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trop</a:t>
            </a:r>
            <a:r>
              <a:rPr sz="3200" spc="-5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grandes</a:t>
            </a:r>
            <a:r>
              <a:rPr sz="3200" spc="-80" dirty="0">
                <a:latin typeface="Roboto Lt"/>
                <a:cs typeface="Roboto Lt"/>
              </a:rPr>
              <a:t> </a:t>
            </a:r>
            <a:r>
              <a:rPr sz="3200" spc="-10" dirty="0">
                <a:latin typeface="Roboto Lt"/>
                <a:cs typeface="Roboto Lt"/>
              </a:rPr>
              <a:t>divergences</a:t>
            </a:r>
            <a:endParaRPr sz="3200" dirty="0">
              <a:latin typeface="Roboto Lt"/>
              <a:cs typeface="Roboto Lt"/>
            </a:endParaRPr>
          </a:p>
          <a:p>
            <a:pPr marL="355600" indent="-34290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Roboto"/>
                <a:cs typeface="Roboto"/>
              </a:rPr>
              <a:t>git</a:t>
            </a:r>
            <a:r>
              <a:rPr sz="3200" b="1" spc="5" dirty="0">
                <a:latin typeface="Roboto"/>
                <a:cs typeface="Roboto"/>
              </a:rPr>
              <a:t> </a:t>
            </a:r>
            <a:r>
              <a:rPr sz="3200" b="1" dirty="0">
                <a:latin typeface="Roboto"/>
                <a:cs typeface="Roboto"/>
              </a:rPr>
              <a:t>rebase</a:t>
            </a:r>
            <a:r>
              <a:rPr sz="3200" b="1" spc="10" dirty="0">
                <a:latin typeface="Roboto"/>
                <a:cs typeface="Roboto"/>
              </a:rPr>
              <a:t> </a:t>
            </a:r>
            <a:r>
              <a:rPr sz="3200" b="1" spc="-20" dirty="0">
                <a:latin typeface="Roboto"/>
                <a:cs typeface="Roboto"/>
              </a:rPr>
              <a:t>main</a:t>
            </a:r>
            <a:endParaRPr sz="3200" dirty="0">
              <a:latin typeface="Roboto"/>
              <a:cs typeface="Roboto"/>
            </a:endParaRPr>
          </a:p>
          <a:p>
            <a:pPr marL="12700">
              <a:spcBef>
                <a:spcPts val="1764"/>
              </a:spcBef>
            </a:pPr>
            <a:r>
              <a:rPr sz="3200" dirty="0">
                <a:latin typeface="Roboto"/>
                <a:cs typeface="Roboto"/>
              </a:rPr>
              <a:t>(sur</a:t>
            </a:r>
            <a:r>
              <a:rPr sz="3200" spc="-40" dirty="0">
                <a:latin typeface="Roboto"/>
                <a:cs typeface="Roboto"/>
              </a:rPr>
              <a:t> </a:t>
            </a:r>
            <a:r>
              <a:rPr lang="fr-FR" sz="3200" spc="-35" dirty="0" err="1">
                <a:latin typeface="Roboto Lt"/>
                <a:cs typeface="Roboto Lt"/>
              </a:rPr>
              <a:t>prj</a:t>
            </a:r>
            <a:r>
              <a:rPr lang="fr-FR" sz="3200" spc="-35" dirty="0">
                <a:latin typeface="Roboto Lt"/>
                <a:cs typeface="Roboto Lt"/>
              </a:rPr>
              <a:t>-web</a:t>
            </a:r>
            <a:r>
              <a:rPr sz="3200" spc="-10" dirty="0">
                <a:latin typeface="Roboto"/>
                <a:cs typeface="Roboto"/>
              </a:rPr>
              <a:t>)</a:t>
            </a:r>
            <a:endParaRPr sz="3200" dirty="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40173" y="5053774"/>
            <a:ext cx="7479030" cy="1392555"/>
            <a:chOff x="4440173" y="5053774"/>
            <a:chExt cx="7479030" cy="1392555"/>
          </a:xfrm>
        </p:grpSpPr>
        <p:sp>
          <p:nvSpPr>
            <p:cNvPr id="5" name="object 5"/>
            <p:cNvSpPr/>
            <p:nvPr/>
          </p:nvSpPr>
          <p:spPr>
            <a:xfrm>
              <a:off x="4440174" y="6035814"/>
              <a:ext cx="7416800" cy="381000"/>
            </a:xfrm>
            <a:custGeom>
              <a:avLst/>
              <a:gdLst/>
              <a:ahLst/>
              <a:cxnLst/>
              <a:rect l="l" t="t" r="r" b="b"/>
              <a:pathLst>
                <a:path w="7416800" h="381000">
                  <a:moveTo>
                    <a:pt x="7416800" y="202679"/>
                  </a:moveTo>
                  <a:lnTo>
                    <a:pt x="7388225" y="188391"/>
                  </a:lnTo>
                  <a:lnTo>
                    <a:pt x="7331075" y="159816"/>
                  </a:lnTo>
                  <a:lnTo>
                    <a:pt x="7331075" y="188391"/>
                  </a:lnTo>
                  <a:lnTo>
                    <a:pt x="886714" y="188391"/>
                  </a:lnTo>
                  <a:lnTo>
                    <a:pt x="881926" y="146812"/>
                  </a:lnTo>
                  <a:lnTo>
                    <a:pt x="867587" y="106718"/>
                  </a:lnTo>
                  <a:lnTo>
                    <a:pt x="845096" y="71348"/>
                  </a:lnTo>
                  <a:lnTo>
                    <a:pt x="815581" y="41846"/>
                  </a:lnTo>
                  <a:lnTo>
                    <a:pt x="780211" y="19354"/>
                  </a:lnTo>
                  <a:lnTo>
                    <a:pt x="740130" y="5029"/>
                  </a:lnTo>
                  <a:lnTo>
                    <a:pt x="696468" y="0"/>
                  </a:lnTo>
                  <a:lnTo>
                    <a:pt x="652792" y="5029"/>
                  </a:lnTo>
                  <a:lnTo>
                    <a:pt x="612711" y="19354"/>
                  </a:lnTo>
                  <a:lnTo>
                    <a:pt x="577342" y="41846"/>
                  </a:lnTo>
                  <a:lnTo>
                    <a:pt x="547827" y="71348"/>
                  </a:lnTo>
                  <a:lnTo>
                    <a:pt x="525335" y="106718"/>
                  </a:lnTo>
                  <a:lnTo>
                    <a:pt x="510997" y="146812"/>
                  </a:lnTo>
                  <a:lnTo>
                    <a:pt x="506196" y="188391"/>
                  </a:lnTo>
                  <a:lnTo>
                    <a:pt x="0" y="188391"/>
                  </a:lnTo>
                  <a:lnTo>
                    <a:pt x="0" y="216966"/>
                  </a:lnTo>
                  <a:lnTo>
                    <a:pt x="509016" y="216966"/>
                  </a:lnTo>
                  <a:lnTo>
                    <a:pt x="510997" y="234175"/>
                  </a:lnTo>
                  <a:lnTo>
                    <a:pt x="525335" y="274269"/>
                  </a:lnTo>
                  <a:lnTo>
                    <a:pt x="547827" y="309638"/>
                  </a:lnTo>
                  <a:lnTo>
                    <a:pt x="577342" y="339140"/>
                  </a:lnTo>
                  <a:lnTo>
                    <a:pt x="612711" y="361632"/>
                  </a:lnTo>
                  <a:lnTo>
                    <a:pt x="652792" y="375958"/>
                  </a:lnTo>
                  <a:lnTo>
                    <a:pt x="696468" y="380987"/>
                  </a:lnTo>
                  <a:lnTo>
                    <a:pt x="740130" y="375958"/>
                  </a:lnTo>
                  <a:lnTo>
                    <a:pt x="780211" y="361632"/>
                  </a:lnTo>
                  <a:lnTo>
                    <a:pt x="815581" y="339140"/>
                  </a:lnTo>
                  <a:lnTo>
                    <a:pt x="845096" y="309638"/>
                  </a:lnTo>
                  <a:lnTo>
                    <a:pt x="867587" y="274269"/>
                  </a:lnTo>
                  <a:lnTo>
                    <a:pt x="881926" y="234175"/>
                  </a:lnTo>
                  <a:lnTo>
                    <a:pt x="883907" y="216966"/>
                  </a:lnTo>
                  <a:lnTo>
                    <a:pt x="7331075" y="216966"/>
                  </a:lnTo>
                  <a:lnTo>
                    <a:pt x="7331075" y="245541"/>
                  </a:lnTo>
                  <a:lnTo>
                    <a:pt x="7388225" y="216966"/>
                  </a:lnTo>
                  <a:lnTo>
                    <a:pt x="7416800" y="202679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46141" y="603580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93585" y="60418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499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0999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499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93585" y="60418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49589" y="604799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499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0999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499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49589" y="604799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11461" y="605104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1"/>
                  </a:lnTo>
                  <a:lnTo>
                    <a:pt x="106746" y="19363"/>
                  </a:lnTo>
                  <a:lnTo>
                    <a:pt x="71374" y="41851"/>
                  </a:lnTo>
                  <a:lnTo>
                    <a:pt x="41867" y="71353"/>
                  </a:lnTo>
                  <a:lnTo>
                    <a:pt x="19372" y="106724"/>
                  </a:lnTo>
                  <a:lnTo>
                    <a:pt x="5034" y="146821"/>
                  </a:lnTo>
                  <a:lnTo>
                    <a:pt x="0" y="190500"/>
                  </a:lnTo>
                  <a:lnTo>
                    <a:pt x="5034" y="234178"/>
                  </a:lnTo>
                  <a:lnTo>
                    <a:pt x="19372" y="274275"/>
                  </a:lnTo>
                  <a:lnTo>
                    <a:pt x="41867" y="309646"/>
                  </a:lnTo>
                  <a:lnTo>
                    <a:pt x="71374" y="339148"/>
                  </a:lnTo>
                  <a:lnTo>
                    <a:pt x="106746" y="361636"/>
                  </a:lnTo>
                  <a:lnTo>
                    <a:pt x="146837" y="375968"/>
                  </a:lnTo>
                  <a:lnTo>
                    <a:pt x="190500" y="381000"/>
                  </a:lnTo>
                  <a:lnTo>
                    <a:pt x="234162" y="375968"/>
                  </a:lnTo>
                  <a:lnTo>
                    <a:pt x="274253" y="361636"/>
                  </a:lnTo>
                  <a:lnTo>
                    <a:pt x="309625" y="339148"/>
                  </a:lnTo>
                  <a:lnTo>
                    <a:pt x="339132" y="309646"/>
                  </a:lnTo>
                  <a:lnTo>
                    <a:pt x="361627" y="274275"/>
                  </a:lnTo>
                  <a:lnTo>
                    <a:pt x="375965" y="234178"/>
                  </a:lnTo>
                  <a:lnTo>
                    <a:pt x="381000" y="190500"/>
                  </a:lnTo>
                  <a:lnTo>
                    <a:pt x="375965" y="146821"/>
                  </a:lnTo>
                  <a:lnTo>
                    <a:pt x="361627" y="106724"/>
                  </a:lnTo>
                  <a:lnTo>
                    <a:pt x="339132" y="71353"/>
                  </a:lnTo>
                  <a:lnTo>
                    <a:pt x="309625" y="41851"/>
                  </a:lnTo>
                  <a:lnTo>
                    <a:pt x="274253" y="19363"/>
                  </a:lnTo>
                  <a:lnTo>
                    <a:pt x="234162" y="503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11461" y="605104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48190" y="5118353"/>
              <a:ext cx="735965" cy="903605"/>
            </a:xfrm>
            <a:custGeom>
              <a:avLst/>
              <a:gdLst/>
              <a:ahLst/>
              <a:cxnLst/>
              <a:rect l="l" t="t" r="r" b="b"/>
              <a:pathLst>
                <a:path w="735965" h="903604">
                  <a:moveTo>
                    <a:pt x="395986" y="355092"/>
                  </a:moveTo>
                  <a:lnTo>
                    <a:pt x="311404" y="400050"/>
                  </a:lnTo>
                  <a:lnTo>
                    <a:pt x="334632" y="416610"/>
                  </a:lnTo>
                  <a:lnTo>
                    <a:pt x="0" y="886866"/>
                  </a:lnTo>
                  <a:lnTo>
                    <a:pt x="23368" y="903439"/>
                  </a:lnTo>
                  <a:lnTo>
                    <a:pt x="357987" y="433260"/>
                  </a:lnTo>
                  <a:lnTo>
                    <a:pt x="381254" y="449834"/>
                  </a:lnTo>
                  <a:lnTo>
                    <a:pt x="388213" y="405003"/>
                  </a:lnTo>
                  <a:lnTo>
                    <a:pt x="395986" y="355092"/>
                  </a:lnTo>
                  <a:close/>
                </a:path>
                <a:path w="735965" h="903604">
                  <a:moveTo>
                    <a:pt x="735584" y="190500"/>
                  </a:moveTo>
                  <a:lnTo>
                    <a:pt x="730542" y="146837"/>
                  </a:lnTo>
                  <a:lnTo>
                    <a:pt x="716203" y="106756"/>
                  </a:lnTo>
                  <a:lnTo>
                    <a:pt x="693712" y="71386"/>
                  </a:lnTo>
                  <a:lnTo>
                    <a:pt x="664197" y="41871"/>
                  </a:lnTo>
                  <a:lnTo>
                    <a:pt x="628827" y="19380"/>
                  </a:lnTo>
                  <a:lnTo>
                    <a:pt x="588746" y="5041"/>
                  </a:lnTo>
                  <a:lnTo>
                    <a:pt x="545084" y="0"/>
                  </a:lnTo>
                  <a:lnTo>
                    <a:pt x="501408" y="5041"/>
                  </a:lnTo>
                  <a:lnTo>
                    <a:pt x="461327" y="19380"/>
                  </a:lnTo>
                  <a:lnTo>
                    <a:pt x="425958" y="41871"/>
                  </a:lnTo>
                  <a:lnTo>
                    <a:pt x="396443" y="71386"/>
                  </a:lnTo>
                  <a:lnTo>
                    <a:pt x="373951" y="106756"/>
                  </a:lnTo>
                  <a:lnTo>
                    <a:pt x="359613" y="146837"/>
                  </a:lnTo>
                  <a:lnTo>
                    <a:pt x="354584" y="190500"/>
                  </a:lnTo>
                  <a:lnTo>
                    <a:pt x="359613" y="234175"/>
                  </a:lnTo>
                  <a:lnTo>
                    <a:pt x="373951" y="274256"/>
                  </a:lnTo>
                  <a:lnTo>
                    <a:pt x="396443" y="309626"/>
                  </a:lnTo>
                  <a:lnTo>
                    <a:pt x="425958" y="339140"/>
                  </a:lnTo>
                  <a:lnTo>
                    <a:pt x="461327" y="361632"/>
                  </a:lnTo>
                  <a:lnTo>
                    <a:pt x="501408" y="375970"/>
                  </a:lnTo>
                  <a:lnTo>
                    <a:pt x="545084" y="381000"/>
                  </a:lnTo>
                  <a:lnTo>
                    <a:pt x="588746" y="375970"/>
                  </a:lnTo>
                  <a:lnTo>
                    <a:pt x="628827" y="361632"/>
                  </a:lnTo>
                  <a:lnTo>
                    <a:pt x="664197" y="339140"/>
                  </a:lnTo>
                  <a:lnTo>
                    <a:pt x="693712" y="309626"/>
                  </a:lnTo>
                  <a:lnTo>
                    <a:pt x="716203" y="274256"/>
                  </a:lnTo>
                  <a:lnTo>
                    <a:pt x="730542" y="234175"/>
                  </a:lnTo>
                  <a:lnTo>
                    <a:pt x="735584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02773" y="511835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63250" y="508025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63250" y="508025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988802" y="5068061"/>
              <a:ext cx="916305" cy="381000"/>
            </a:xfrm>
            <a:custGeom>
              <a:avLst/>
              <a:gdLst/>
              <a:ahLst/>
              <a:cxnLst/>
              <a:rect l="l" t="t" r="r" b="b"/>
              <a:pathLst>
                <a:path w="916304" h="381000">
                  <a:moveTo>
                    <a:pt x="474345" y="190500"/>
                  </a:moveTo>
                  <a:lnTo>
                    <a:pt x="445681" y="176149"/>
                  </a:lnTo>
                  <a:lnTo>
                    <a:pt x="388620" y="147574"/>
                  </a:lnTo>
                  <a:lnTo>
                    <a:pt x="388620" y="176149"/>
                  </a:lnTo>
                  <a:lnTo>
                    <a:pt x="0" y="176149"/>
                  </a:lnTo>
                  <a:lnTo>
                    <a:pt x="0" y="204724"/>
                  </a:lnTo>
                  <a:lnTo>
                    <a:pt x="388620" y="204724"/>
                  </a:lnTo>
                  <a:lnTo>
                    <a:pt x="388620" y="233299"/>
                  </a:lnTo>
                  <a:lnTo>
                    <a:pt x="445846" y="204724"/>
                  </a:lnTo>
                  <a:lnTo>
                    <a:pt x="474345" y="190500"/>
                  </a:lnTo>
                  <a:close/>
                </a:path>
                <a:path w="916304" h="381000">
                  <a:moveTo>
                    <a:pt x="915924" y="190500"/>
                  </a:moveTo>
                  <a:lnTo>
                    <a:pt x="910882" y="146837"/>
                  </a:lnTo>
                  <a:lnTo>
                    <a:pt x="896543" y="106756"/>
                  </a:lnTo>
                  <a:lnTo>
                    <a:pt x="874052" y="71386"/>
                  </a:lnTo>
                  <a:lnTo>
                    <a:pt x="844537" y="41871"/>
                  </a:lnTo>
                  <a:lnTo>
                    <a:pt x="809167" y="19380"/>
                  </a:lnTo>
                  <a:lnTo>
                    <a:pt x="769086" y="5041"/>
                  </a:lnTo>
                  <a:lnTo>
                    <a:pt x="725424" y="0"/>
                  </a:lnTo>
                  <a:lnTo>
                    <a:pt x="681748" y="5041"/>
                  </a:lnTo>
                  <a:lnTo>
                    <a:pt x="641667" y="19380"/>
                  </a:lnTo>
                  <a:lnTo>
                    <a:pt x="606298" y="41871"/>
                  </a:lnTo>
                  <a:lnTo>
                    <a:pt x="576783" y="71386"/>
                  </a:lnTo>
                  <a:lnTo>
                    <a:pt x="554291" y="106756"/>
                  </a:lnTo>
                  <a:lnTo>
                    <a:pt x="539953" y="146837"/>
                  </a:lnTo>
                  <a:lnTo>
                    <a:pt x="534924" y="190500"/>
                  </a:lnTo>
                  <a:lnTo>
                    <a:pt x="539953" y="234175"/>
                  </a:lnTo>
                  <a:lnTo>
                    <a:pt x="554291" y="274256"/>
                  </a:lnTo>
                  <a:lnTo>
                    <a:pt x="576783" y="309626"/>
                  </a:lnTo>
                  <a:lnTo>
                    <a:pt x="606298" y="339140"/>
                  </a:lnTo>
                  <a:lnTo>
                    <a:pt x="641667" y="361632"/>
                  </a:lnTo>
                  <a:lnTo>
                    <a:pt x="681748" y="375970"/>
                  </a:lnTo>
                  <a:lnTo>
                    <a:pt x="725424" y="381000"/>
                  </a:lnTo>
                  <a:lnTo>
                    <a:pt x="769086" y="375970"/>
                  </a:lnTo>
                  <a:lnTo>
                    <a:pt x="809167" y="361632"/>
                  </a:lnTo>
                  <a:lnTo>
                    <a:pt x="844537" y="339140"/>
                  </a:lnTo>
                  <a:lnTo>
                    <a:pt x="874052" y="309626"/>
                  </a:lnTo>
                  <a:lnTo>
                    <a:pt x="896543" y="274256"/>
                  </a:lnTo>
                  <a:lnTo>
                    <a:pt x="910882" y="234175"/>
                  </a:lnTo>
                  <a:lnTo>
                    <a:pt x="915924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523726" y="506806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51185" y="5250687"/>
              <a:ext cx="474345" cy="85725"/>
            </a:xfrm>
            <a:custGeom>
              <a:avLst/>
              <a:gdLst/>
              <a:ahLst/>
              <a:cxnLst/>
              <a:rect l="l" t="t" r="r" b="b"/>
              <a:pathLst>
                <a:path w="474345" h="85725">
                  <a:moveTo>
                    <a:pt x="388620" y="0"/>
                  </a:moveTo>
                  <a:lnTo>
                    <a:pt x="388620" y="85725"/>
                  </a:lnTo>
                  <a:lnTo>
                    <a:pt x="445854" y="57150"/>
                  </a:lnTo>
                  <a:lnTo>
                    <a:pt x="402971" y="57150"/>
                  </a:lnTo>
                  <a:lnTo>
                    <a:pt x="402971" y="28575"/>
                  </a:lnTo>
                  <a:lnTo>
                    <a:pt x="445685" y="28575"/>
                  </a:lnTo>
                  <a:lnTo>
                    <a:pt x="388620" y="0"/>
                  </a:lnTo>
                  <a:close/>
                </a:path>
                <a:path w="474345" h="85725">
                  <a:moveTo>
                    <a:pt x="38862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388620" y="57150"/>
                  </a:lnTo>
                  <a:lnTo>
                    <a:pt x="388620" y="28575"/>
                  </a:lnTo>
                  <a:close/>
                </a:path>
                <a:path w="474345" h="85725">
                  <a:moveTo>
                    <a:pt x="445685" y="28575"/>
                  </a:moveTo>
                  <a:lnTo>
                    <a:pt x="402971" y="28575"/>
                  </a:lnTo>
                  <a:lnTo>
                    <a:pt x="402971" y="57150"/>
                  </a:lnTo>
                  <a:lnTo>
                    <a:pt x="445854" y="57150"/>
                  </a:lnTo>
                  <a:lnTo>
                    <a:pt x="474345" y="42925"/>
                  </a:lnTo>
                  <a:lnTo>
                    <a:pt x="445685" y="28575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975340" y="6296050"/>
            <a:ext cx="5861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Roboto Lt"/>
                <a:cs typeface="Roboto Lt"/>
              </a:rPr>
              <a:t>main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99675" y="4698619"/>
            <a:ext cx="1892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000" spc="-35" dirty="0" err="1">
                <a:latin typeface="Roboto Lt"/>
                <a:cs typeface="Roboto Lt"/>
              </a:rPr>
              <a:t>prj</a:t>
            </a:r>
            <a:r>
              <a:rPr lang="fr-FR" sz="2000" spc="-35" dirty="0">
                <a:latin typeface="Roboto Lt"/>
                <a:cs typeface="Roboto Lt"/>
              </a:rPr>
              <a:t>-web</a:t>
            </a:r>
            <a:endParaRPr lang="fr-FR" sz="2000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CONFLICTS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891032" y="1325316"/>
            <a:ext cx="8542528" cy="2178159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864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Roboto Lt"/>
                <a:cs typeface="Roboto Lt"/>
              </a:rPr>
              <a:t>Parfois</a:t>
            </a:r>
            <a:r>
              <a:rPr sz="3200" spc="-5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Git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spc="-10" dirty="0">
                <a:latin typeface="Roboto Lt"/>
                <a:cs typeface="Roboto Lt"/>
              </a:rPr>
              <a:t>rencontre</a:t>
            </a:r>
            <a:r>
              <a:rPr sz="3200" spc="-9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des</a:t>
            </a:r>
            <a:r>
              <a:rPr sz="3200" spc="-70" dirty="0">
                <a:latin typeface="Roboto Lt"/>
                <a:cs typeface="Roboto Lt"/>
              </a:rPr>
              <a:t> </a:t>
            </a:r>
            <a:r>
              <a:rPr sz="3200" spc="-10" dirty="0">
                <a:latin typeface="Roboto Lt"/>
                <a:cs typeface="Roboto Lt"/>
              </a:rPr>
              <a:t>erreurs</a:t>
            </a:r>
            <a:endParaRPr sz="3200" dirty="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spcBef>
                <a:spcPts val="1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Roboto Lt"/>
                <a:cs typeface="Roboto Lt"/>
              </a:rPr>
              <a:t>Pas</a:t>
            </a:r>
            <a:r>
              <a:rPr sz="3200" spc="-7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de</a:t>
            </a:r>
            <a:r>
              <a:rPr sz="3200" spc="-8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panique</a:t>
            </a:r>
            <a:r>
              <a:rPr sz="3200" spc="-7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!</a:t>
            </a:r>
            <a:r>
              <a:rPr sz="3200" spc="-6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Git</a:t>
            </a:r>
            <a:r>
              <a:rPr sz="3200" spc="-7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explique</a:t>
            </a:r>
            <a:r>
              <a:rPr sz="3200" spc="-7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les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spc="-10" dirty="0">
                <a:latin typeface="Roboto Lt"/>
                <a:cs typeface="Roboto Lt"/>
              </a:rPr>
              <a:t>erreurs</a:t>
            </a:r>
            <a:endParaRPr sz="3200" dirty="0">
              <a:latin typeface="Roboto Lt"/>
              <a:cs typeface="Roboto Lt"/>
            </a:endParaRPr>
          </a:p>
          <a:p>
            <a:pPr marL="354965" indent="-34226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Roboto Lt"/>
                <a:cs typeface="Roboto Lt"/>
              </a:rPr>
              <a:t>Bien</a:t>
            </a:r>
            <a:r>
              <a:rPr sz="3200" spc="-60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lire</a:t>
            </a:r>
            <a:r>
              <a:rPr sz="3200" spc="-6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les</a:t>
            </a:r>
            <a:r>
              <a:rPr sz="3200" spc="-55" dirty="0">
                <a:latin typeface="Roboto Lt"/>
                <a:cs typeface="Roboto Lt"/>
              </a:rPr>
              <a:t> </a:t>
            </a:r>
            <a:r>
              <a:rPr sz="3200" dirty="0">
                <a:latin typeface="Roboto Lt"/>
                <a:cs typeface="Roboto Lt"/>
              </a:rPr>
              <a:t>messages</a:t>
            </a:r>
            <a:r>
              <a:rPr sz="3200" spc="-80" dirty="0">
                <a:latin typeface="Roboto Lt"/>
                <a:cs typeface="Roboto Lt"/>
              </a:rPr>
              <a:t> </a:t>
            </a:r>
            <a:r>
              <a:rPr sz="3200" spc="-10" dirty="0">
                <a:latin typeface="Roboto Lt"/>
                <a:cs typeface="Roboto Lt"/>
              </a:rPr>
              <a:t>d'erreur</a:t>
            </a:r>
            <a:endParaRPr sz="3200" dirty="0">
              <a:latin typeface="Roboto Lt"/>
              <a:cs typeface="Roboto L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916" y="3933444"/>
            <a:ext cx="11198352" cy="15834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7296"/>
            <a:ext cx="9070340" cy="52918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Roboto Cn"/>
                <a:cs typeface="Roboto Cn"/>
              </a:rPr>
              <a:t>Bilan</a:t>
            </a:r>
            <a:r>
              <a:rPr sz="4400" b="1" spc="160" dirty="0">
                <a:latin typeface="Roboto Cn"/>
                <a:cs typeface="Roboto Cn"/>
              </a:rPr>
              <a:t> </a:t>
            </a:r>
            <a:r>
              <a:rPr sz="4400" b="1" dirty="0">
                <a:latin typeface="Roboto Cn"/>
                <a:cs typeface="Roboto Cn"/>
              </a:rPr>
              <a:t>de</a:t>
            </a:r>
            <a:r>
              <a:rPr sz="4400" b="1" spc="145" dirty="0">
                <a:latin typeface="Roboto Cn"/>
                <a:cs typeface="Roboto Cn"/>
              </a:rPr>
              <a:t> </a:t>
            </a:r>
            <a:r>
              <a:rPr sz="4400" b="1" dirty="0">
                <a:latin typeface="Roboto Cn"/>
                <a:cs typeface="Roboto Cn"/>
              </a:rPr>
              <a:t>comment</a:t>
            </a:r>
            <a:r>
              <a:rPr sz="4400" b="1" spc="135" dirty="0">
                <a:latin typeface="Roboto Cn"/>
                <a:cs typeface="Roboto Cn"/>
              </a:rPr>
              <a:t> </a:t>
            </a:r>
            <a:r>
              <a:rPr sz="4400" b="1" dirty="0">
                <a:latin typeface="Roboto Cn"/>
                <a:cs typeface="Roboto Cn"/>
              </a:rPr>
              <a:t>travailler</a:t>
            </a:r>
            <a:r>
              <a:rPr sz="4400" b="1" spc="170" dirty="0">
                <a:latin typeface="Roboto Cn"/>
                <a:cs typeface="Roboto Cn"/>
              </a:rPr>
              <a:t> </a:t>
            </a:r>
            <a:r>
              <a:rPr sz="4400" b="1" dirty="0">
                <a:latin typeface="Roboto Cn"/>
                <a:cs typeface="Roboto Cn"/>
              </a:rPr>
              <a:t>sur</a:t>
            </a:r>
            <a:r>
              <a:rPr sz="4400" b="1" spc="165" dirty="0">
                <a:latin typeface="Roboto Cn"/>
                <a:cs typeface="Roboto Cn"/>
              </a:rPr>
              <a:t> </a:t>
            </a:r>
            <a:r>
              <a:rPr sz="4400" b="1" spc="-25" dirty="0">
                <a:latin typeface="Roboto Cn"/>
                <a:cs typeface="Roboto Cn"/>
              </a:rPr>
              <a:t>Git</a:t>
            </a:r>
            <a:endParaRPr sz="4400" dirty="0">
              <a:latin typeface="Roboto Cn"/>
              <a:cs typeface="Roboto Cn"/>
            </a:endParaRPr>
          </a:p>
          <a:p>
            <a:pPr>
              <a:lnSpc>
                <a:spcPct val="100000"/>
              </a:lnSpc>
              <a:spcBef>
                <a:spcPts val="2240"/>
              </a:spcBef>
            </a:pPr>
            <a:endParaRPr sz="4400" dirty="0">
              <a:latin typeface="Roboto Cn"/>
              <a:cs typeface="Roboto Cn"/>
            </a:endParaRPr>
          </a:p>
          <a:p>
            <a:pPr marL="50038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500380" algn="l"/>
              </a:tabLst>
            </a:pPr>
            <a:r>
              <a:rPr sz="4400" dirty="0">
                <a:latin typeface="Roboto Lt"/>
                <a:cs typeface="Roboto Lt"/>
              </a:rPr>
              <a:t>Je</a:t>
            </a:r>
            <a:r>
              <a:rPr sz="4400" spc="-10" dirty="0">
                <a:latin typeface="Roboto Lt"/>
                <a:cs typeface="Roboto Lt"/>
              </a:rPr>
              <a:t> </a:t>
            </a:r>
            <a:r>
              <a:rPr sz="4400" dirty="0">
                <a:latin typeface="Roboto Lt"/>
                <a:cs typeface="Roboto Lt"/>
              </a:rPr>
              <a:t>crée</a:t>
            </a:r>
            <a:r>
              <a:rPr sz="4400" spc="-10" dirty="0">
                <a:latin typeface="Roboto Lt"/>
                <a:cs typeface="Roboto Lt"/>
              </a:rPr>
              <a:t> </a:t>
            </a:r>
            <a:r>
              <a:rPr sz="4400" dirty="0">
                <a:latin typeface="Roboto Lt"/>
                <a:cs typeface="Roboto Lt"/>
              </a:rPr>
              <a:t>ma</a:t>
            </a:r>
            <a:r>
              <a:rPr sz="4400" spc="-5" dirty="0">
                <a:latin typeface="Roboto Lt"/>
                <a:cs typeface="Roboto Lt"/>
              </a:rPr>
              <a:t> </a:t>
            </a:r>
            <a:r>
              <a:rPr sz="4400" spc="-10" dirty="0">
                <a:latin typeface="Roboto Lt"/>
                <a:cs typeface="Roboto Lt"/>
              </a:rPr>
              <a:t>branche</a:t>
            </a:r>
            <a:endParaRPr sz="4400" dirty="0">
              <a:latin typeface="Roboto Lt"/>
              <a:cs typeface="Roboto Lt"/>
            </a:endParaRPr>
          </a:p>
          <a:p>
            <a:pPr marL="500380" indent="-342900">
              <a:lnSpc>
                <a:spcPct val="100000"/>
              </a:lnSpc>
              <a:spcBef>
                <a:spcPts val="1005"/>
              </a:spcBef>
              <a:buChar char="•"/>
              <a:tabLst>
                <a:tab pos="500380" algn="l"/>
              </a:tabLst>
            </a:pPr>
            <a:r>
              <a:rPr sz="4400" spc="-20" dirty="0">
                <a:latin typeface="Roboto Lt"/>
                <a:cs typeface="Roboto Lt"/>
              </a:rPr>
              <a:t>J'ajoute</a:t>
            </a:r>
            <a:r>
              <a:rPr sz="4400" spc="-90" dirty="0">
                <a:latin typeface="Roboto Lt"/>
                <a:cs typeface="Roboto Lt"/>
              </a:rPr>
              <a:t> </a:t>
            </a:r>
            <a:r>
              <a:rPr sz="4400" dirty="0">
                <a:latin typeface="Roboto Lt"/>
                <a:cs typeface="Roboto Lt"/>
              </a:rPr>
              <a:t>des</a:t>
            </a:r>
            <a:r>
              <a:rPr sz="4400" spc="-130" dirty="0">
                <a:latin typeface="Roboto Lt"/>
                <a:cs typeface="Roboto Lt"/>
              </a:rPr>
              <a:t> </a:t>
            </a:r>
            <a:r>
              <a:rPr sz="4400" dirty="0">
                <a:latin typeface="Roboto Lt"/>
                <a:cs typeface="Roboto Lt"/>
              </a:rPr>
              <a:t>commit</a:t>
            </a:r>
            <a:r>
              <a:rPr sz="4400" spc="-80" dirty="0">
                <a:latin typeface="Roboto Lt"/>
                <a:cs typeface="Roboto Lt"/>
              </a:rPr>
              <a:t> </a:t>
            </a:r>
            <a:r>
              <a:rPr sz="4400" spc="-10" dirty="0">
                <a:latin typeface="Roboto Lt"/>
                <a:cs typeface="Roboto Lt"/>
              </a:rPr>
              <a:t>dessus</a:t>
            </a:r>
            <a:endParaRPr sz="4400" dirty="0">
              <a:latin typeface="Roboto Lt"/>
              <a:cs typeface="Roboto Lt"/>
            </a:endParaRPr>
          </a:p>
          <a:p>
            <a:pPr marL="500380" indent="-342900">
              <a:lnSpc>
                <a:spcPct val="100000"/>
              </a:lnSpc>
              <a:spcBef>
                <a:spcPts val="1000"/>
              </a:spcBef>
              <a:buChar char="•"/>
              <a:tabLst>
                <a:tab pos="500380" algn="l"/>
              </a:tabLst>
            </a:pPr>
            <a:r>
              <a:rPr sz="4400" dirty="0">
                <a:latin typeface="Roboto Lt"/>
                <a:cs typeface="Roboto Lt"/>
              </a:rPr>
              <a:t>Je</a:t>
            </a:r>
            <a:r>
              <a:rPr sz="4400" spc="-100" dirty="0">
                <a:latin typeface="Roboto Lt"/>
                <a:cs typeface="Roboto Lt"/>
              </a:rPr>
              <a:t> </a:t>
            </a:r>
            <a:r>
              <a:rPr sz="4400" dirty="0">
                <a:latin typeface="Roboto Lt"/>
                <a:cs typeface="Roboto Lt"/>
              </a:rPr>
              <a:t>fusionne</a:t>
            </a:r>
            <a:r>
              <a:rPr sz="4400" spc="-120" dirty="0">
                <a:latin typeface="Roboto Lt"/>
                <a:cs typeface="Roboto Lt"/>
              </a:rPr>
              <a:t> </a:t>
            </a:r>
            <a:r>
              <a:rPr sz="4400" dirty="0">
                <a:latin typeface="Roboto Lt"/>
                <a:cs typeface="Roboto Lt"/>
              </a:rPr>
              <a:t>ma</a:t>
            </a:r>
            <a:r>
              <a:rPr sz="4400" spc="-95" dirty="0">
                <a:latin typeface="Roboto Lt"/>
                <a:cs typeface="Roboto Lt"/>
              </a:rPr>
              <a:t> </a:t>
            </a:r>
            <a:r>
              <a:rPr sz="4400" dirty="0">
                <a:latin typeface="Roboto Lt"/>
                <a:cs typeface="Roboto Lt"/>
              </a:rPr>
              <a:t>branche</a:t>
            </a:r>
            <a:r>
              <a:rPr sz="4400" spc="-95" dirty="0">
                <a:latin typeface="Roboto Lt"/>
                <a:cs typeface="Roboto Lt"/>
              </a:rPr>
              <a:t> </a:t>
            </a:r>
            <a:r>
              <a:rPr sz="4400" dirty="0">
                <a:latin typeface="Roboto Lt"/>
                <a:cs typeface="Roboto Lt"/>
              </a:rPr>
              <a:t>avec</a:t>
            </a:r>
            <a:r>
              <a:rPr sz="4400" spc="-114" dirty="0">
                <a:latin typeface="Roboto Lt"/>
                <a:cs typeface="Roboto Lt"/>
              </a:rPr>
              <a:t> </a:t>
            </a:r>
            <a:r>
              <a:rPr sz="4400" spc="-20" dirty="0">
                <a:latin typeface="Roboto Lt"/>
                <a:cs typeface="Roboto Lt"/>
              </a:rPr>
              <a:t>main</a:t>
            </a:r>
            <a:endParaRPr sz="4400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Stasher</a:t>
            </a:r>
            <a:r>
              <a:rPr spc="85" dirty="0"/>
              <a:t> </a:t>
            </a:r>
            <a:r>
              <a:rPr spc="55" dirty="0"/>
              <a:t>ses</a:t>
            </a:r>
            <a:r>
              <a:rPr spc="114" dirty="0"/>
              <a:t> </a:t>
            </a:r>
            <a:r>
              <a:rPr spc="-10" dirty="0"/>
              <a:t>changements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5337" y="1910842"/>
            <a:ext cx="2854960" cy="1711960"/>
            <a:chOff x="545337" y="1910842"/>
            <a:chExt cx="2854960" cy="1711960"/>
          </a:xfrm>
        </p:grpSpPr>
        <p:sp>
          <p:nvSpPr>
            <p:cNvPr id="4" name="object 4"/>
            <p:cNvSpPr/>
            <p:nvPr/>
          </p:nvSpPr>
          <p:spPr>
            <a:xfrm>
              <a:off x="551687" y="1917192"/>
              <a:ext cx="2842260" cy="1699260"/>
            </a:xfrm>
            <a:custGeom>
              <a:avLst/>
              <a:gdLst/>
              <a:ahLst/>
              <a:cxnLst/>
              <a:rect l="l" t="t" r="r" b="b"/>
              <a:pathLst>
                <a:path w="2842260" h="1699260">
                  <a:moveTo>
                    <a:pt x="2559050" y="0"/>
                  </a:moveTo>
                  <a:lnTo>
                    <a:pt x="283209" y="0"/>
                  </a:lnTo>
                  <a:lnTo>
                    <a:pt x="237271" y="3705"/>
                  </a:lnTo>
                  <a:lnTo>
                    <a:pt x="193693" y="14433"/>
                  </a:lnTo>
                  <a:lnTo>
                    <a:pt x="153058" y="31601"/>
                  </a:lnTo>
                  <a:lnTo>
                    <a:pt x="115949" y="54628"/>
                  </a:lnTo>
                  <a:lnTo>
                    <a:pt x="82950" y="82931"/>
                  </a:lnTo>
                  <a:lnTo>
                    <a:pt x="54642" y="115927"/>
                  </a:lnTo>
                  <a:lnTo>
                    <a:pt x="31611" y="153036"/>
                  </a:lnTo>
                  <a:lnTo>
                    <a:pt x="14438" y="193673"/>
                  </a:lnTo>
                  <a:lnTo>
                    <a:pt x="3706" y="237259"/>
                  </a:lnTo>
                  <a:lnTo>
                    <a:pt x="0" y="283210"/>
                  </a:lnTo>
                  <a:lnTo>
                    <a:pt x="0" y="1416050"/>
                  </a:lnTo>
                  <a:lnTo>
                    <a:pt x="3706" y="1462000"/>
                  </a:lnTo>
                  <a:lnTo>
                    <a:pt x="14438" y="1505586"/>
                  </a:lnTo>
                  <a:lnTo>
                    <a:pt x="31611" y="1546223"/>
                  </a:lnTo>
                  <a:lnTo>
                    <a:pt x="54642" y="1583332"/>
                  </a:lnTo>
                  <a:lnTo>
                    <a:pt x="82950" y="1616328"/>
                  </a:lnTo>
                  <a:lnTo>
                    <a:pt x="115949" y="1644631"/>
                  </a:lnTo>
                  <a:lnTo>
                    <a:pt x="153058" y="1667658"/>
                  </a:lnTo>
                  <a:lnTo>
                    <a:pt x="193693" y="1684826"/>
                  </a:lnTo>
                  <a:lnTo>
                    <a:pt x="237271" y="1695554"/>
                  </a:lnTo>
                  <a:lnTo>
                    <a:pt x="283209" y="1699260"/>
                  </a:lnTo>
                  <a:lnTo>
                    <a:pt x="2559050" y="1699260"/>
                  </a:lnTo>
                  <a:lnTo>
                    <a:pt x="2605000" y="1695554"/>
                  </a:lnTo>
                  <a:lnTo>
                    <a:pt x="2648586" y="1684826"/>
                  </a:lnTo>
                  <a:lnTo>
                    <a:pt x="2689223" y="1667658"/>
                  </a:lnTo>
                  <a:lnTo>
                    <a:pt x="2726332" y="1644631"/>
                  </a:lnTo>
                  <a:lnTo>
                    <a:pt x="2759329" y="1616328"/>
                  </a:lnTo>
                  <a:lnTo>
                    <a:pt x="2787631" y="1583332"/>
                  </a:lnTo>
                  <a:lnTo>
                    <a:pt x="2810658" y="1546223"/>
                  </a:lnTo>
                  <a:lnTo>
                    <a:pt x="2827826" y="1505586"/>
                  </a:lnTo>
                  <a:lnTo>
                    <a:pt x="2838554" y="1462000"/>
                  </a:lnTo>
                  <a:lnTo>
                    <a:pt x="2842260" y="1416050"/>
                  </a:lnTo>
                  <a:lnTo>
                    <a:pt x="2842260" y="283210"/>
                  </a:lnTo>
                  <a:lnTo>
                    <a:pt x="2838554" y="237259"/>
                  </a:lnTo>
                  <a:lnTo>
                    <a:pt x="2827826" y="193673"/>
                  </a:lnTo>
                  <a:lnTo>
                    <a:pt x="2810658" y="153036"/>
                  </a:lnTo>
                  <a:lnTo>
                    <a:pt x="2787631" y="115927"/>
                  </a:lnTo>
                  <a:lnTo>
                    <a:pt x="2759329" y="82931"/>
                  </a:lnTo>
                  <a:lnTo>
                    <a:pt x="2726332" y="54628"/>
                  </a:lnTo>
                  <a:lnTo>
                    <a:pt x="2689223" y="31601"/>
                  </a:lnTo>
                  <a:lnTo>
                    <a:pt x="2648586" y="14433"/>
                  </a:lnTo>
                  <a:lnTo>
                    <a:pt x="2605000" y="3705"/>
                  </a:lnTo>
                  <a:lnTo>
                    <a:pt x="2559050" y="0"/>
                  </a:lnTo>
                  <a:close/>
                </a:path>
              </a:pathLst>
            </a:custGeom>
            <a:solidFill>
              <a:srgbClr val="6D8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1687" y="1917192"/>
              <a:ext cx="2842260" cy="1699260"/>
            </a:xfrm>
            <a:custGeom>
              <a:avLst/>
              <a:gdLst/>
              <a:ahLst/>
              <a:cxnLst/>
              <a:rect l="l" t="t" r="r" b="b"/>
              <a:pathLst>
                <a:path w="2842260" h="1699260">
                  <a:moveTo>
                    <a:pt x="0" y="283210"/>
                  </a:moveTo>
                  <a:lnTo>
                    <a:pt x="3706" y="237259"/>
                  </a:lnTo>
                  <a:lnTo>
                    <a:pt x="14438" y="193673"/>
                  </a:lnTo>
                  <a:lnTo>
                    <a:pt x="31611" y="153036"/>
                  </a:lnTo>
                  <a:lnTo>
                    <a:pt x="54642" y="115927"/>
                  </a:lnTo>
                  <a:lnTo>
                    <a:pt x="82950" y="82931"/>
                  </a:lnTo>
                  <a:lnTo>
                    <a:pt x="115949" y="54628"/>
                  </a:lnTo>
                  <a:lnTo>
                    <a:pt x="153058" y="31601"/>
                  </a:lnTo>
                  <a:lnTo>
                    <a:pt x="193693" y="14433"/>
                  </a:lnTo>
                  <a:lnTo>
                    <a:pt x="237271" y="3705"/>
                  </a:lnTo>
                  <a:lnTo>
                    <a:pt x="283209" y="0"/>
                  </a:lnTo>
                  <a:lnTo>
                    <a:pt x="2559050" y="0"/>
                  </a:lnTo>
                  <a:lnTo>
                    <a:pt x="2605000" y="3705"/>
                  </a:lnTo>
                  <a:lnTo>
                    <a:pt x="2648586" y="14433"/>
                  </a:lnTo>
                  <a:lnTo>
                    <a:pt x="2689223" y="31601"/>
                  </a:lnTo>
                  <a:lnTo>
                    <a:pt x="2726332" y="54628"/>
                  </a:lnTo>
                  <a:lnTo>
                    <a:pt x="2759329" y="82931"/>
                  </a:lnTo>
                  <a:lnTo>
                    <a:pt x="2787631" y="115927"/>
                  </a:lnTo>
                  <a:lnTo>
                    <a:pt x="2810658" y="153036"/>
                  </a:lnTo>
                  <a:lnTo>
                    <a:pt x="2827826" y="193673"/>
                  </a:lnTo>
                  <a:lnTo>
                    <a:pt x="2838554" y="237259"/>
                  </a:lnTo>
                  <a:lnTo>
                    <a:pt x="2842260" y="283210"/>
                  </a:lnTo>
                  <a:lnTo>
                    <a:pt x="2842260" y="1416050"/>
                  </a:lnTo>
                  <a:lnTo>
                    <a:pt x="2838554" y="1462000"/>
                  </a:lnTo>
                  <a:lnTo>
                    <a:pt x="2827826" y="1505586"/>
                  </a:lnTo>
                  <a:lnTo>
                    <a:pt x="2810658" y="1546223"/>
                  </a:lnTo>
                  <a:lnTo>
                    <a:pt x="2787631" y="1583332"/>
                  </a:lnTo>
                  <a:lnTo>
                    <a:pt x="2759329" y="1616328"/>
                  </a:lnTo>
                  <a:lnTo>
                    <a:pt x="2726332" y="1644631"/>
                  </a:lnTo>
                  <a:lnTo>
                    <a:pt x="2689223" y="1667658"/>
                  </a:lnTo>
                  <a:lnTo>
                    <a:pt x="2648586" y="1684826"/>
                  </a:lnTo>
                  <a:lnTo>
                    <a:pt x="2605000" y="1695554"/>
                  </a:lnTo>
                  <a:lnTo>
                    <a:pt x="2559050" y="1699260"/>
                  </a:lnTo>
                  <a:lnTo>
                    <a:pt x="283209" y="1699260"/>
                  </a:lnTo>
                  <a:lnTo>
                    <a:pt x="237271" y="1695554"/>
                  </a:lnTo>
                  <a:lnTo>
                    <a:pt x="193693" y="1684826"/>
                  </a:lnTo>
                  <a:lnTo>
                    <a:pt x="153058" y="1667658"/>
                  </a:lnTo>
                  <a:lnTo>
                    <a:pt x="115949" y="1644631"/>
                  </a:lnTo>
                  <a:lnTo>
                    <a:pt x="82950" y="1616328"/>
                  </a:lnTo>
                  <a:lnTo>
                    <a:pt x="54642" y="1583332"/>
                  </a:lnTo>
                  <a:lnTo>
                    <a:pt x="31611" y="1546223"/>
                  </a:lnTo>
                  <a:lnTo>
                    <a:pt x="14438" y="1505586"/>
                  </a:lnTo>
                  <a:lnTo>
                    <a:pt x="3706" y="1462000"/>
                  </a:lnTo>
                  <a:lnTo>
                    <a:pt x="0" y="1416050"/>
                  </a:lnTo>
                  <a:lnTo>
                    <a:pt x="0" y="283210"/>
                  </a:lnTo>
                  <a:close/>
                </a:path>
              </a:pathLst>
            </a:custGeom>
            <a:ln w="12700">
              <a:solidFill>
                <a:srgbClr val="2296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3333" y="2058415"/>
            <a:ext cx="262448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9F9FB"/>
                </a:solidFill>
                <a:latin typeface="Roboto Cn"/>
                <a:cs typeface="Roboto Cn"/>
              </a:rPr>
              <a:t>Répertoire</a:t>
            </a:r>
            <a:r>
              <a:rPr sz="1800" b="1" spc="120" dirty="0">
                <a:solidFill>
                  <a:srgbClr val="F9F9FB"/>
                </a:solidFill>
                <a:latin typeface="Roboto Cn"/>
                <a:cs typeface="Roboto Cn"/>
              </a:rPr>
              <a:t> </a:t>
            </a:r>
            <a:r>
              <a:rPr sz="1800" b="1" dirty="0">
                <a:solidFill>
                  <a:srgbClr val="F9F9FB"/>
                </a:solidFill>
                <a:latin typeface="Roboto Cn"/>
                <a:cs typeface="Roboto Cn"/>
              </a:rPr>
              <a:t>de</a:t>
            </a:r>
            <a:r>
              <a:rPr sz="1800" b="1" spc="120" dirty="0">
                <a:solidFill>
                  <a:srgbClr val="F9F9FB"/>
                </a:solidFill>
                <a:latin typeface="Roboto Cn"/>
                <a:cs typeface="Roboto Cn"/>
              </a:rPr>
              <a:t> </a:t>
            </a:r>
            <a:r>
              <a:rPr sz="1800" b="1" spc="-10" dirty="0">
                <a:solidFill>
                  <a:srgbClr val="F9F9FB"/>
                </a:solidFill>
                <a:latin typeface="Roboto Cn"/>
                <a:cs typeface="Roboto Cn"/>
              </a:rPr>
              <a:t>travail</a:t>
            </a:r>
            <a:endParaRPr sz="1800" dirty="0">
              <a:latin typeface="Roboto Cn"/>
              <a:cs typeface="Roboto C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i="1" spc="-25" dirty="0">
                <a:solidFill>
                  <a:srgbClr val="F9F9FB"/>
                </a:solidFill>
                <a:latin typeface="Roboto"/>
                <a:cs typeface="Roboto"/>
              </a:rPr>
              <a:t>Fichier</a:t>
            </a:r>
            <a:r>
              <a:rPr sz="1800" i="1" spc="-70" dirty="0">
                <a:solidFill>
                  <a:srgbClr val="F9F9FB"/>
                </a:solidFill>
                <a:latin typeface="Roboto"/>
                <a:cs typeface="Roboto"/>
              </a:rPr>
              <a:t> </a:t>
            </a:r>
            <a:r>
              <a:rPr sz="1800" i="1" spc="-20" dirty="0">
                <a:solidFill>
                  <a:srgbClr val="F9F9FB"/>
                </a:solidFill>
                <a:latin typeface="Roboto"/>
                <a:cs typeface="Roboto"/>
              </a:rPr>
              <a:t>1.js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i="1" spc="-25" dirty="0">
                <a:solidFill>
                  <a:srgbClr val="F9F9FB"/>
                </a:solidFill>
                <a:latin typeface="Roboto"/>
                <a:cs typeface="Roboto"/>
              </a:rPr>
              <a:t>Fichier</a:t>
            </a:r>
            <a:r>
              <a:rPr sz="1800" i="1" spc="-70" dirty="0">
                <a:solidFill>
                  <a:srgbClr val="F9F9FB"/>
                </a:solidFill>
                <a:latin typeface="Roboto"/>
                <a:cs typeface="Roboto"/>
              </a:rPr>
              <a:t> </a:t>
            </a:r>
            <a:r>
              <a:rPr sz="1800" i="1" spc="-10" dirty="0">
                <a:solidFill>
                  <a:srgbClr val="F9F9FB"/>
                </a:solidFill>
                <a:latin typeface="Roboto"/>
                <a:cs typeface="Roboto"/>
              </a:rPr>
              <a:t>2.json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i="1" spc="-20" dirty="0">
                <a:solidFill>
                  <a:srgbClr val="F9F9FB"/>
                </a:solidFill>
                <a:latin typeface="Roboto"/>
                <a:cs typeface="Roboto"/>
              </a:rPr>
              <a:t>AAHAHAHAH.jpeg</a:t>
            </a:r>
            <a:endParaRPr sz="1800" dirty="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i="1" spc="-10" dirty="0">
                <a:solidFill>
                  <a:srgbClr val="F9F9FB"/>
                </a:solidFill>
                <a:latin typeface="Roboto"/>
                <a:cs typeface="Roboto"/>
              </a:rPr>
              <a:t>Avengers.mp4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46238" y="1910842"/>
            <a:ext cx="2853690" cy="1711960"/>
            <a:chOff x="7746238" y="1910842"/>
            <a:chExt cx="2853690" cy="1711960"/>
          </a:xfrm>
        </p:grpSpPr>
        <p:sp>
          <p:nvSpPr>
            <p:cNvPr id="8" name="object 8"/>
            <p:cNvSpPr/>
            <p:nvPr/>
          </p:nvSpPr>
          <p:spPr>
            <a:xfrm>
              <a:off x="7752588" y="1917192"/>
              <a:ext cx="2840990" cy="1699260"/>
            </a:xfrm>
            <a:custGeom>
              <a:avLst/>
              <a:gdLst/>
              <a:ahLst/>
              <a:cxnLst/>
              <a:rect l="l" t="t" r="r" b="b"/>
              <a:pathLst>
                <a:path w="2840990" h="1699260">
                  <a:moveTo>
                    <a:pt x="2557526" y="0"/>
                  </a:moveTo>
                  <a:lnTo>
                    <a:pt x="283209" y="0"/>
                  </a:lnTo>
                  <a:lnTo>
                    <a:pt x="237259" y="3705"/>
                  </a:lnTo>
                  <a:lnTo>
                    <a:pt x="193673" y="14433"/>
                  </a:lnTo>
                  <a:lnTo>
                    <a:pt x="153036" y="31601"/>
                  </a:lnTo>
                  <a:lnTo>
                    <a:pt x="115927" y="54628"/>
                  </a:lnTo>
                  <a:lnTo>
                    <a:pt x="82930" y="82931"/>
                  </a:lnTo>
                  <a:lnTo>
                    <a:pt x="54628" y="115927"/>
                  </a:lnTo>
                  <a:lnTo>
                    <a:pt x="31601" y="153036"/>
                  </a:lnTo>
                  <a:lnTo>
                    <a:pt x="14433" y="193673"/>
                  </a:lnTo>
                  <a:lnTo>
                    <a:pt x="3705" y="237259"/>
                  </a:lnTo>
                  <a:lnTo>
                    <a:pt x="0" y="283210"/>
                  </a:lnTo>
                  <a:lnTo>
                    <a:pt x="0" y="1416050"/>
                  </a:lnTo>
                  <a:lnTo>
                    <a:pt x="3705" y="1462000"/>
                  </a:lnTo>
                  <a:lnTo>
                    <a:pt x="14433" y="1505586"/>
                  </a:lnTo>
                  <a:lnTo>
                    <a:pt x="31601" y="1546223"/>
                  </a:lnTo>
                  <a:lnTo>
                    <a:pt x="54628" y="1583332"/>
                  </a:lnTo>
                  <a:lnTo>
                    <a:pt x="82930" y="1616328"/>
                  </a:lnTo>
                  <a:lnTo>
                    <a:pt x="115927" y="1644631"/>
                  </a:lnTo>
                  <a:lnTo>
                    <a:pt x="153036" y="1667658"/>
                  </a:lnTo>
                  <a:lnTo>
                    <a:pt x="193673" y="1684826"/>
                  </a:lnTo>
                  <a:lnTo>
                    <a:pt x="237259" y="1695554"/>
                  </a:lnTo>
                  <a:lnTo>
                    <a:pt x="283209" y="1699260"/>
                  </a:lnTo>
                  <a:lnTo>
                    <a:pt x="2557526" y="1699260"/>
                  </a:lnTo>
                  <a:lnTo>
                    <a:pt x="2603476" y="1695554"/>
                  </a:lnTo>
                  <a:lnTo>
                    <a:pt x="2647062" y="1684826"/>
                  </a:lnTo>
                  <a:lnTo>
                    <a:pt x="2687699" y="1667658"/>
                  </a:lnTo>
                  <a:lnTo>
                    <a:pt x="2724808" y="1644631"/>
                  </a:lnTo>
                  <a:lnTo>
                    <a:pt x="2757804" y="1616328"/>
                  </a:lnTo>
                  <a:lnTo>
                    <a:pt x="2786107" y="1583332"/>
                  </a:lnTo>
                  <a:lnTo>
                    <a:pt x="2809134" y="1546223"/>
                  </a:lnTo>
                  <a:lnTo>
                    <a:pt x="2826302" y="1505586"/>
                  </a:lnTo>
                  <a:lnTo>
                    <a:pt x="2837030" y="1462000"/>
                  </a:lnTo>
                  <a:lnTo>
                    <a:pt x="2840735" y="1416050"/>
                  </a:lnTo>
                  <a:lnTo>
                    <a:pt x="2840735" y="283210"/>
                  </a:lnTo>
                  <a:lnTo>
                    <a:pt x="2837030" y="237259"/>
                  </a:lnTo>
                  <a:lnTo>
                    <a:pt x="2826302" y="193673"/>
                  </a:lnTo>
                  <a:lnTo>
                    <a:pt x="2809134" y="153036"/>
                  </a:lnTo>
                  <a:lnTo>
                    <a:pt x="2786107" y="115927"/>
                  </a:lnTo>
                  <a:lnTo>
                    <a:pt x="2757804" y="82931"/>
                  </a:lnTo>
                  <a:lnTo>
                    <a:pt x="2724808" y="54628"/>
                  </a:lnTo>
                  <a:lnTo>
                    <a:pt x="2687699" y="31601"/>
                  </a:lnTo>
                  <a:lnTo>
                    <a:pt x="2647062" y="14433"/>
                  </a:lnTo>
                  <a:lnTo>
                    <a:pt x="2603476" y="3705"/>
                  </a:lnTo>
                  <a:lnTo>
                    <a:pt x="2557526" y="0"/>
                  </a:lnTo>
                  <a:close/>
                </a:path>
              </a:pathLst>
            </a:custGeom>
            <a:solidFill>
              <a:srgbClr val="6D8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2588" y="1917192"/>
              <a:ext cx="2840990" cy="1699260"/>
            </a:xfrm>
            <a:custGeom>
              <a:avLst/>
              <a:gdLst/>
              <a:ahLst/>
              <a:cxnLst/>
              <a:rect l="l" t="t" r="r" b="b"/>
              <a:pathLst>
                <a:path w="2840990" h="1699260">
                  <a:moveTo>
                    <a:pt x="0" y="283210"/>
                  </a:moveTo>
                  <a:lnTo>
                    <a:pt x="3705" y="237259"/>
                  </a:lnTo>
                  <a:lnTo>
                    <a:pt x="14433" y="193673"/>
                  </a:lnTo>
                  <a:lnTo>
                    <a:pt x="31601" y="153036"/>
                  </a:lnTo>
                  <a:lnTo>
                    <a:pt x="54628" y="115927"/>
                  </a:lnTo>
                  <a:lnTo>
                    <a:pt x="82930" y="82931"/>
                  </a:lnTo>
                  <a:lnTo>
                    <a:pt x="115927" y="54628"/>
                  </a:lnTo>
                  <a:lnTo>
                    <a:pt x="153036" y="31601"/>
                  </a:lnTo>
                  <a:lnTo>
                    <a:pt x="193673" y="14433"/>
                  </a:lnTo>
                  <a:lnTo>
                    <a:pt x="237259" y="3705"/>
                  </a:lnTo>
                  <a:lnTo>
                    <a:pt x="283209" y="0"/>
                  </a:lnTo>
                  <a:lnTo>
                    <a:pt x="2557526" y="0"/>
                  </a:lnTo>
                  <a:lnTo>
                    <a:pt x="2603476" y="3705"/>
                  </a:lnTo>
                  <a:lnTo>
                    <a:pt x="2647062" y="14433"/>
                  </a:lnTo>
                  <a:lnTo>
                    <a:pt x="2687699" y="31601"/>
                  </a:lnTo>
                  <a:lnTo>
                    <a:pt x="2724808" y="54628"/>
                  </a:lnTo>
                  <a:lnTo>
                    <a:pt x="2757804" y="82931"/>
                  </a:lnTo>
                  <a:lnTo>
                    <a:pt x="2786107" y="115927"/>
                  </a:lnTo>
                  <a:lnTo>
                    <a:pt x="2809134" y="153036"/>
                  </a:lnTo>
                  <a:lnTo>
                    <a:pt x="2826302" y="193673"/>
                  </a:lnTo>
                  <a:lnTo>
                    <a:pt x="2837030" y="237259"/>
                  </a:lnTo>
                  <a:lnTo>
                    <a:pt x="2840735" y="283210"/>
                  </a:lnTo>
                  <a:lnTo>
                    <a:pt x="2840735" y="1416050"/>
                  </a:lnTo>
                  <a:lnTo>
                    <a:pt x="2837030" y="1462000"/>
                  </a:lnTo>
                  <a:lnTo>
                    <a:pt x="2826302" y="1505586"/>
                  </a:lnTo>
                  <a:lnTo>
                    <a:pt x="2809134" y="1546223"/>
                  </a:lnTo>
                  <a:lnTo>
                    <a:pt x="2786107" y="1583332"/>
                  </a:lnTo>
                  <a:lnTo>
                    <a:pt x="2757804" y="1616328"/>
                  </a:lnTo>
                  <a:lnTo>
                    <a:pt x="2724808" y="1644631"/>
                  </a:lnTo>
                  <a:lnTo>
                    <a:pt x="2687699" y="1667658"/>
                  </a:lnTo>
                  <a:lnTo>
                    <a:pt x="2647062" y="1684826"/>
                  </a:lnTo>
                  <a:lnTo>
                    <a:pt x="2603476" y="1695554"/>
                  </a:lnTo>
                  <a:lnTo>
                    <a:pt x="2557526" y="1699260"/>
                  </a:lnTo>
                  <a:lnTo>
                    <a:pt x="283209" y="1699260"/>
                  </a:lnTo>
                  <a:lnTo>
                    <a:pt x="237259" y="1695554"/>
                  </a:lnTo>
                  <a:lnTo>
                    <a:pt x="193673" y="1684826"/>
                  </a:lnTo>
                  <a:lnTo>
                    <a:pt x="153036" y="1667658"/>
                  </a:lnTo>
                  <a:lnTo>
                    <a:pt x="115927" y="1644631"/>
                  </a:lnTo>
                  <a:lnTo>
                    <a:pt x="82930" y="1616328"/>
                  </a:lnTo>
                  <a:lnTo>
                    <a:pt x="54628" y="1583332"/>
                  </a:lnTo>
                  <a:lnTo>
                    <a:pt x="31601" y="1546223"/>
                  </a:lnTo>
                  <a:lnTo>
                    <a:pt x="14433" y="1505586"/>
                  </a:lnTo>
                  <a:lnTo>
                    <a:pt x="3705" y="1462000"/>
                  </a:lnTo>
                  <a:lnTo>
                    <a:pt x="0" y="1416050"/>
                  </a:lnTo>
                  <a:lnTo>
                    <a:pt x="0" y="283210"/>
                  </a:lnTo>
                  <a:close/>
                </a:path>
              </a:pathLst>
            </a:custGeom>
            <a:ln w="12700">
              <a:solidFill>
                <a:srgbClr val="2296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226043" y="2058415"/>
            <a:ext cx="1894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9F9FB"/>
                </a:solidFill>
                <a:latin typeface="Roboto Cn"/>
                <a:cs typeface="Roboto Cn"/>
              </a:rPr>
              <a:t>Répertoire</a:t>
            </a:r>
            <a:r>
              <a:rPr sz="1800" b="1" spc="120" dirty="0">
                <a:solidFill>
                  <a:srgbClr val="F9F9FB"/>
                </a:solidFill>
                <a:latin typeface="Roboto Cn"/>
                <a:cs typeface="Roboto Cn"/>
              </a:rPr>
              <a:t> </a:t>
            </a:r>
            <a:r>
              <a:rPr sz="1800" b="1" dirty="0">
                <a:solidFill>
                  <a:srgbClr val="F9F9FB"/>
                </a:solidFill>
                <a:latin typeface="Roboto Cn"/>
                <a:cs typeface="Roboto Cn"/>
              </a:rPr>
              <a:t>de</a:t>
            </a:r>
            <a:r>
              <a:rPr sz="1800" b="1" spc="120" dirty="0">
                <a:solidFill>
                  <a:srgbClr val="F9F9FB"/>
                </a:solidFill>
                <a:latin typeface="Roboto Cn"/>
                <a:cs typeface="Roboto Cn"/>
              </a:rPr>
              <a:t> </a:t>
            </a:r>
            <a:r>
              <a:rPr sz="1800" b="1" spc="-10" dirty="0">
                <a:solidFill>
                  <a:srgbClr val="F9F9FB"/>
                </a:solidFill>
                <a:latin typeface="Roboto Cn"/>
                <a:cs typeface="Roboto Cn"/>
              </a:rPr>
              <a:t>travail</a:t>
            </a:r>
            <a:endParaRPr sz="1800">
              <a:latin typeface="Roboto Cn"/>
              <a:cs typeface="Roboto C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46091" y="1973579"/>
            <a:ext cx="2052955" cy="483234"/>
          </a:xfrm>
          <a:custGeom>
            <a:avLst/>
            <a:gdLst/>
            <a:ahLst/>
            <a:cxnLst/>
            <a:rect l="l" t="t" r="r" b="b"/>
            <a:pathLst>
              <a:path w="2052954" h="483235">
                <a:moveTo>
                  <a:pt x="1811274" y="0"/>
                </a:moveTo>
                <a:lnTo>
                  <a:pt x="1811274" y="150241"/>
                </a:lnTo>
                <a:lnTo>
                  <a:pt x="0" y="150241"/>
                </a:lnTo>
                <a:lnTo>
                  <a:pt x="0" y="332867"/>
                </a:lnTo>
                <a:lnTo>
                  <a:pt x="1811274" y="332867"/>
                </a:lnTo>
                <a:lnTo>
                  <a:pt x="1811274" y="483108"/>
                </a:lnTo>
                <a:lnTo>
                  <a:pt x="2052828" y="241554"/>
                </a:lnTo>
                <a:lnTo>
                  <a:pt x="1811274" y="0"/>
                </a:lnTo>
                <a:close/>
              </a:path>
            </a:pathLst>
          </a:custGeom>
          <a:solidFill>
            <a:srgbClr val="6D8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36921" y="2434590"/>
            <a:ext cx="147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git</a:t>
            </a:r>
            <a:r>
              <a:rPr sz="1800" b="1" spc="-4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stash</a:t>
            </a:r>
            <a:r>
              <a:rPr sz="1800" b="1" spc="-35" dirty="0">
                <a:latin typeface="Roboto"/>
                <a:cs typeface="Roboto"/>
              </a:rPr>
              <a:t> </a:t>
            </a:r>
            <a:r>
              <a:rPr sz="1800" b="1" spc="-20" dirty="0">
                <a:latin typeface="Roboto"/>
                <a:cs typeface="Roboto"/>
              </a:rPr>
              <a:t>push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72940" y="2976372"/>
            <a:ext cx="2052955" cy="485140"/>
          </a:xfrm>
          <a:custGeom>
            <a:avLst/>
            <a:gdLst/>
            <a:ahLst/>
            <a:cxnLst/>
            <a:rect l="l" t="t" r="r" b="b"/>
            <a:pathLst>
              <a:path w="2052954" h="485139">
                <a:moveTo>
                  <a:pt x="242315" y="0"/>
                </a:moveTo>
                <a:lnTo>
                  <a:pt x="0" y="242315"/>
                </a:lnTo>
                <a:lnTo>
                  <a:pt x="242315" y="484631"/>
                </a:lnTo>
                <a:lnTo>
                  <a:pt x="242315" y="333882"/>
                </a:lnTo>
                <a:lnTo>
                  <a:pt x="2052828" y="333882"/>
                </a:lnTo>
                <a:lnTo>
                  <a:pt x="2052828" y="150749"/>
                </a:lnTo>
                <a:lnTo>
                  <a:pt x="242315" y="150749"/>
                </a:lnTo>
                <a:lnTo>
                  <a:pt x="242315" y="0"/>
                </a:lnTo>
                <a:close/>
              </a:path>
            </a:pathLst>
          </a:custGeom>
          <a:solidFill>
            <a:srgbClr val="6D8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95215" y="3525139"/>
            <a:ext cx="1358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git</a:t>
            </a:r>
            <a:r>
              <a:rPr sz="1800" b="1" spc="-4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stash</a:t>
            </a:r>
            <a:r>
              <a:rPr sz="1800" b="1" spc="-25" dirty="0">
                <a:latin typeface="Roboto"/>
                <a:cs typeface="Roboto"/>
              </a:rPr>
              <a:t> pop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7159" y="4617846"/>
            <a:ext cx="2318385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git</a:t>
            </a:r>
            <a:r>
              <a:rPr sz="1800" b="1" spc="-4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stash</a:t>
            </a:r>
            <a:r>
              <a:rPr sz="1800" b="1" spc="-25" dirty="0">
                <a:latin typeface="Roboto"/>
                <a:cs typeface="Roboto"/>
              </a:rPr>
              <a:t> </a:t>
            </a:r>
            <a:r>
              <a:rPr sz="1800" b="1" spc="-20" dirty="0">
                <a:latin typeface="Roboto"/>
                <a:cs typeface="Roboto"/>
              </a:rPr>
              <a:t>show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i="1" spc="-25" dirty="0">
                <a:latin typeface="Roboto"/>
                <a:cs typeface="Roboto"/>
              </a:rPr>
              <a:t>Fichier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20" dirty="0">
                <a:latin typeface="Roboto"/>
                <a:cs typeface="Roboto"/>
              </a:rPr>
              <a:t>1.js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i="1" spc="-25" dirty="0">
                <a:latin typeface="Roboto"/>
                <a:cs typeface="Roboto"/>
              </a:rPr>
              <a:t>Fichier</a:t>
            </a:r>
            <a:r>
              <a:rPr sz="1800" i="1" spc="-70" dirty="0">
                <a:latin typeface="Roboto"/>
                <a:cs typeface="Roboto"/>
              </a:rPr>
              <a:t> </a:t>
            </a:r>
            <a:r>
              <a:rPr sz="1800" i="1" spc="-10" dirty="0">
                <a:latin typeface="Roboto"/>
                <a:cs typeface="Roboto"/>
              </a:rPr>
              <a:t>2.json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i="1" spc="-20" dirty="0">
                <a:latin typeface="Roboto"/>
                <a:cs typeface="Roboto"/>
              </a:rPr>
              <a:t>AAHAHAHAH.jpeg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i="1" spc="-10" dirty="0">
                <a:latin typeface="Roboto"/>
                <a:cs typeface="Roboto"/>
              </a:rPr>
              <a:t>Avengers.mp4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Reset</a:t>
            </a:r>
            <a:r>
              <a:rPr spc="135" dirty="0"/>
              <a:t> </a:t>
            </a:r>
            <a:r>
              <a:rPr dirty="0"/>
              <a:t>un</a:t>
            </a:r>
            <a:r>
              <a:rPr spc="140" dirty="0"/>
              <a:t> </a:t>
            </a:r>
            <a:r>
              <a:rPr spc="-10" dirty="0"/>
              <a:t>commit</a:t>
            </a:r>
          </a:p>
        </p:txBody>
      </p:sp>
      <p:sp>
        <p:nvSpPr>
          <p:cNvPr id="3" name="object 3"/>
          <p:cNvSpPr/>
          <p:nvPr/>
        </p:nvSpPr>
        <p:spPr>
          <a:xfrm>
            <a:off x="4443984" y="3680459"/>
            <a:ext cx="2557780" cy="483234"/>
          </a:xfrm>
          <a:custGeom>
            <a:avLst/>
            <a:gdLst/>
            <a:ahLst/>
            <a:cxnLst/>
            <a:rect l="l" t="t" r="r" b="b"/>
            <a:pathLst>
              <a:path w="2557779" h="483235">
                <a:moveTo>
                  <a:pt x="2315717" y="0"/>
                </a:moveTo>
                <a:lnTo>
                  <a:pt x="2315717" y="150240"/>
                </a:lnTo>
                <a:lnTo>
                  <a:pt x="0" y="150240"/>
                </a:lnTo>
                <a:lnTo>
                  <a:pt x="0" y="332866"/>
                </a:lnTo>
                <a:lnTo>
                  <a:pt x="2315717" y="332866"/>
                </a:lnTo>
                <a:lnTo>
                  <a:pt x="2315717" y="483107"/>
                </a:lnTo>
                <a:lnTo>
                  <a:pt x="2557271" y="241553"/>
                </a:lnTo>
                <a:lnTo>
                  <a:pt x="2315717" y="0"/>
                </a:lnTo>
                <a:close/>
              </a:path>
            </a:pathLst>
          </a:custGeom>
          <a:solidFill>
            <a:srgbClr val="6D8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02809" y="4121607"/>
            <a:ext cx="20097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git</a:t>
            </a:r>
            <a:r>
              <a:rPr sz="1800" b="1" spc="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reset</a:t>
            </a:r>
            <a:r>
              <a:rPr sz="1800" b="1" spc="15" dirty="0">
                <a:latin typeface="Roboto"/>
                <a:cs typeface="Roboto"/>
              </a:rPr>
              <a:t> </a:t>
            </a:r>
            <a:r>
              <a:rPr sz="1800" b="1" spc="-114" dirty="0">
                <a:latin typeface="Roboto Bk"/>
                <a:cs typeface="Roboto Bk"/>
              </a:rPr>
              <a:t>ab4ab8f6e1</a:t>
            </a:r>
            <a:endParaRPr sz="1800" dirty="0">
              <a:latin typeface="Roboto Bk"/>
              <a:cs typeface="Roboto B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00162" y="2167318"/>
            <a:ext cx="1859280" cy="3992879"/>
            <a:chOff x="1300162" y="2167318"/>
            <a:chExt cx="1859280" cy="3992879"/>
          </a:xfrm>
        </p:grpSpPr>
        <p:sp>
          <p:nvSpPr>
            <p:cNvPr id="6" name="object 6"/>
            <p:cNvSpPr/>
            <p:nvPr/>
          </p:nvSpPr>
          <p:spPr>
            <a:xfrm>
              <a:off x="1468755" y="2545841"/>
              <a:ext cx="1616710" cy="3599815"/>
            </a:xfrm>
            <a:custGeom>
              <a:avLst/>
              <a:gdLst/>
              <a:ahLst/>
              <a:cxnLst/>
              <a:rect l="l" t="t" r="r" b="b"/>
              <a:pathLst>
                <a:path w="1616710" h="3599815">
                  <a:moveTo>
                    <a:pt x="85725" y="85979"/>
                  </a:moveTo>
                  <a:lnTo>
                    <a:pt x="78574" y="71501"/>
                  </a:lnTo>
                  <a:lnTo>
                    <a:pt x="43307" y="0"/>
                  </a:lnTo>
                  <a:lnTo>
                    <a:pt x="0" y="85471"/>
                  </a:lnTo>
                  <a:lnTo>
                    <a:pt x="28486" y="85648"/>
                  </a:lnTo>
                  <a:lnTo>
                    <a:pt x="23355" y="1007364"/>
                  </a:lnTo>
                  <a:lnTo>
                    <a:pt x="51943" y="1007364"/>
                  </a:lnTo>
                  <a:lnTo>
                    <a:pt x="57061" y="85979"/>
                  </a:lnTo>
                  <a:lnTo>
                    <a:pt x="57061" y="85813"/>
                  </a:lnTo>
                  <a:lnTo>
                    <a:pt x="85725" y="85979"/>
                  </a:lnTo>
                  <a:close/>
                </a:path>
                <a:path w="1616710" h="3599815">
                  <a:moveTo>
                    <a:pt x="1300861" y="2129282"/>
                  </a:moveTo>
                  <a:lnTo>
                    <a:pt x="258826" y="1314157"/>
                  </a:lnTo>
                  <a:lnTo>
                    <a:pt x="265747" y="1305306"/>
                  </a:lnTo>
                  <a:lnTo>
                    <a:pt x="276479" y="1291590"/>
                  </a:lnTo>
                  <a:lnTo>
                    <a:pt x="182499" y="1272540"/>
                  </a:lnTo>
                  <a:lnTo>
                    <a:pt x="223647" y="1359154"/>
                  </a:lnTo>
                  <a:lnTo>
                    <a:pt x="241274" y="1336611"/>
                  </a:lnTo>
                  <a:lnTo>
                    <a:pt x="1283208" y="2151761"/>
                  </a:lnTo>
                  <a:lnTo>
                    <a:pt x="1300861" y="2129282"/>
                  </a:lnTo>
                  <a:close/>
                </a:path>
                <a:path w="1616710" h="3599815">
                  <a:moveTo>
                    <a:pt x="1616583" y="3409188"/>
                  </a:moveTo>
                  <a:lnTo>
                    <a:pt x="1611541" y="3365512"/>
                  </a:lnTo>
                  <a:lnTo>
                    <a:pt x="1597202" y="3325418"/>
                  </a:lnTo>
                  <a:lnTo>
                    <a:pt x="1574711" y="3290049"/>
                  </a:lnTo>
                  <a:lnTo>
                    <a:pt x="1545196" y="3260547"/>
                  </a:lnTo>
                  <a:lnTo>
                    <a:pt x="1509826" y="3238055"/>
                  </a:lnTo>
                  <a:lnTo>
                    <a:pt x="1469745" y="3223730"/>
                  </a:lnTo>
                  <a:lnTo>
                    <a:pt x="1451610" y="3221647"/>
                  </a:lnTo>
                  <a:lnTo>
                    <a:pt x="1456093" y="2489327"/>
                  </a:lnTo>
                  <a:lnTo>
                    <a:pt x="1456093" y="2489162"/>
                  </a:lnTo>
                  <a:lnTo>
                    <a:pt x="1484630" y="2489327"/>
                  </a:lnTo>
                  <a:lnTo>
                    <a:pt x="1477505" y="2474849"/>
                  </a:lnTo>
                  <a:lnTo>
                    <a:pt x="1477441" y="2474722"/>
                  </a:lnTo>
                  <a:lnTo>
                    <a:pt x="1442339" y="2403348"/>
                  </a:lnTo>
                  <a:lnTo>
                    <a:pt x="1398905" y="2488819"/>
                  </a:lnTo>
                  <a:lnTo>
                    <a:pt x="1427518" y="2488996"/>
                  </a:lnTo>
                  <a:lnTo>
                    <a:pt x="1423047" y="3219043"/>
                  </a:lnTo>
                  <a:lnTo>
                    <a:pt x="1382407" y="3223730"/>
                  </a:lnTo>
                  <a:lnTo>
                    <a:pt x="1342326" y="3238055"/>
                  </a:lnTo>
                  <a:lnTo>
                    <a:pt x="1306957" y="3260547"/>
                  </a:lnTo>
                  <a:lnTo>
                    <a:pt x="1277442" y="3290049"/>
                  </a:lnTo>
                  <a:lnTo>
                    <a:pt x="1254950" y="3325418"/>
                  </a:lnTo>
                  <a:lnTo>
                    <a:pt x="1240612" y="3365512"/>
                  </a:lnTo>
                  <a:lnTo>
                    <a:pt x="1235583" y="3409188"/>
                  </a:lnTo>
                  <a:lnTo>
                    <a:pt x="1240612" y="3452876"/>
                  </a:lnTo>
                  <a:lnTo>
                    <a:pt x="1254950" y="3492970"/>
                  </a:lnTo>
                  <a:lnTo>
                    <a:pt x="1277442" y="3528339"/>
                  </a:lnTo>
                  <a:lnTo>
                    <a:pt x="1306957" y="3557841"/>
                  </a:lnTo>
                  <a:lnTo>
                    <a:pt x="1342326" y="3580333"/>
                  </a:lnTo>
                  <a:lnTo>
                    <a:pt x="1382407" y="3594658"/>
                  </a:lnTo>
                  <a:lnTo>
                    <a:pt x="1426083" y="3599688"/>
                  </a:lnTo>
                  <a:lnTo>
                    <a:pt x="1469745" y="3594658"/>
                  </a:lnTo>
                  <a:lnTo>
                    <a:pt x="1509826" y="3580333"/>
                  </a:lnTo>
                  <a:lnTo>
                    <a:pt x="1545196" y="3557841"/>
                  </a:lnTo>
                  <a:lnTo>
                    <a:pt x="1574711" y="3528339"/>
                  </a:lnTo>
                  <a:lnTo>
                    <a:pt x="1597202" y="3492970"/>
                  </a:lnTo>
                  <a:lnTo>
                    <a:pt x="1611541" y="3452876"/>
                  </a:lnTo>
                  <a:lnTo>
                    <a:pt x="1616583" y="340918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04338" y="576452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3482" y="3758945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41858" y="71374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3482" y="457428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33294" y="2559557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4503" y="819645"/>
                  </a:lnTo>
                  <a:lnTo>
                    <a:pt x="218986" y="85979"/>
                  </a:lnTo>
                  <a:lnTo>
                    <a:pt x="218986" y="85813"/>
                  </a:lnTo>
                  <a:lnTo>
                    <a:pt x="247523" y="85979"/>
                  </a:lnTo>
                  <a:lnTo>
                    <a:pt x="240398" y="71501"/>
                  </a:lnTo>
                  <a:lnTo>
                    <a:pt x="205232" y="0"/>
                  </a:lnTo>
                  <a:lnTo>
                    <a:pt x="161798" y="85471"/>
                  </a:lnTo>
                  <a:lnTo>
                    <a:pt x="190411" y="85648"/>
                  </a:lnTo>
                  <a:lnTo>
                    <a:pt x="185940" y="817397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3294" y="33764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63774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63774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14450" y="3490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14450" y="3490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14450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14450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601902" y="1989010"/>
            <a:ext cx="1859280" cy="3994150"/>
            <a:chOff x="7601902" y="1989010"/>
            <a:chExt cx="1859280" cy="3994150"/>
          </a:xfrm>
        </p:grpSpPr>
        <p:sp>
          <p:nvSpPr>
            <p:cNvPr id="19" name="object 19"/>
            <p:cNvSpPr/>
            <p:nvPr/>
          </p:nvSpPr>
          <p:spPr>
            <a:xfrm>
              <a:off x="7952994" y="3641597"/>
              <a:ext cx="1434465" cy="2327275"/>
            </a:xfrm>
            <a:custGeom>
              <a:avLst/>
              <a:gdLst/>
              <a:ahLst/>
              <a:cxnLst/>
              <a:rect l="l" t="t" r="r" b="b"/>
              <a:pathLst>
                <a:path w="1434465" h="2327275">
                  <a:moveTo>
                    <a:pt x="1118362" y="856742"/>
                  </a:moveTo>
                  <a:lnTo>
                    <a:pt x="76327" y="41617"/>
                  </a:lnTo>
                  <a:lnTo>
                    <a:pt x="83248" y="32766"/>
                  </a:lnTo>
                  <a:lnTo>
                    <a:pt x="93980" y="19050"/>
                  </a:lnTo>
                  <a:lnTo>
                    <a:pt x="0" y="0"/>
                  </a:lnTo>
                  <a:lnTo>
                    <a:pt x="41148" y="86614"/>
                  </a:lnTo>
                  <a:lnTo>
                    <a:pt x="58775" y="64071"/>
                  </a:lnTo>
                  <a:lnTo>
                    <a:pt x="1100709" y="879221"/>
                  </a:lnTo>
                  <a:lnTo>
                    <a:pt x="1118362" y="856742"/>
                  </a:lnTo>
                  <a:close/>
                </a:path>
                <a:path w="1434465" h="2327275">
                  <a:moveTo>
                    <a:pt x="1434084" y="2136648"/>
                  </a:moveTo>
                  <a:lnTo>
                    <a:pt x="1429042" y="2092972"/>
                  </a:lnTo>
                  <a:lnTo>
                    <a:pt x="1414703" y="2052878"/>
                  </a:lnTo>
                  <a:lnTo>
                    <a:pt x="1392212" y="2017509"/>
                  </a:lnTo>
                  <a:lnTo>
                    <a:pt x="1362697" y="1988007"/>
                  </a:lnTo>
                  <a:lnTo>
                    <a:pt x="1327327" y="1965515"/>
                  </a:lnTo>
                  <a:lnTo>
                    <a:pt x="1287246" y="1951189"/>
                  </a:lnTo>
                  <a:lnTo>
                    <a:pt x="1269111" y="1949107"/>
                  </a:lnTo>
                  <a:lnTo>
                    <a:pt x="1273594" y="1215263"/>
                  </a:lnTo>
                  <a:lnTo>
                    <a:pt x="1273594" y="1215097"/>
                  </a:lnTo>
                  <a:lnTo>
                    <a:pt x="1302131" y="1215263"/>
                  </a:lnTo>
                  <a:lnTo>
                    <a:pt x="1295006" y="1200785"/>
                  </a:lnTo>
                  <a:lnTo>
                    <a:pt x="1259840" y="1129284"/>
                  </a:lnTo>
                  <a:lnTo>
                    <a:pt x="1216406" y="1214755"/>
                  </a:lnTo>
                  <a:lnTo>
                    <a:pt x="1245019" y="1214932"/>
                  </a:lnTo>
                  <a:lnTo>
                    <a:pt x="1240548" y="1946503"/>
                  </a:lnTo>
                  <a:lnTo>
                    <a:pt x="1199908" y="1951189"/>
                  </a:lnTo>
                  <a:lnTo>
                    <a:pt x="1159827" y="1965515"/>
                  </a:lnTo>
                  <a:lnTo>
                    <a:pt x="1124458" y="1988007"/>
                  </a:lnTo>
                  <a:lnTo>
                    <a:pt x="1094943" y="2017509"/>
                  </a:lnTo>
                  <a:lnTo>
                    <a:pt x="1072451" y="2052878"/>
                  </a:lnTo>
                  <a:lnTo>
                    <a:pt x="1058113" y="2092972"/>
                  </a:lnTo>
                  <a:lnTo>
                    <a:pt x="1053084" y="2136648"/>
                  </a:lnTo>
                  <a:lnTo>
                    <a:pt x="1058113" y="2180336"/>
                  </a:lnTo>
                  <a:lnTo>
                    <a:pt x="1072451" y="2220430"/>
                  </a:lnTo>
                  <a:lnTo>
                    <a:pt x="1094943" y="2255799"/>
                  </a:lnTo>
                  <a:lnTo>
                    <a:pt x="1124458" y="2285301"/>
                  </a:lnTo>
                  <a:lnTo>
                    <a:pt x="1159827" y="2307793"/>
                  </a:lnTo>
                  <a:lnTo>
                    <a:pt x="1199908" y="2322118"/>
                  </a:lnTo>
                  <a:lnTo>
                    <a:pt x="1243584" y="2327148"/>
                  </a:lnTo>
                  <a:lnTo>
                    <a:pt x="1287246" y="2322118"/>
                  </a:lnTo>
                  <a:lnTo>
                    <a:pt x="1327327" y="2307793"/>
                  </a:lnTo>
                  <a:lnTo>
                    <a:pt x="1362697" y="2285301"/>
                  </a:lnTo>
                  <a:lnTo>
                    <a:pt x="1392212" y="2255799"/>
                  </a:lnTo>
                  <a:lnTo>
                    <a:pt x="1414703" y="2220430"/>
                  </a:lnTo>
                  <a:lnTo>
                    <a:pt x="1429042" y="2180336"/>
                  </a:lnTo>
                  <a:lnTo>
                    <a:pt x="1434084" y="213664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06078" y="558774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15222" y="3582161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15222" y="439750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35034" y="2382773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6027" y="819823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7219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35034" y="31996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65514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65514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16190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16190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7307" y="2175763"/>
            <a:ext cx="1113790" cy="92012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800" b="1" spc="-120" dirty="0">
                <a:latin typeface="Roboto Bk"/>
                <a:cs typeface="Roboto Bk"/>
              </a:rPr>
              <a:t>ab4ab8f6e1</a:t>
            </a:r>
            <a:endParaRPr sz="18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Bug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fix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Revert</a:t>
            </a:r>
            <a:r>
              <a:rPr spc="125" dirty="0"/>
              <a:t> </a:t>
            </a:r>
            <a:r>
              <a:rPr dirty="0"/>
              <a:t>un</a:t>
            </a:r>
            <a:r>
              <a:rPr spc="170" dirty="0"/>
              <a:t> </a:t>
            </a:r>
            <a:r>
              <a:rPr spc="-10" dirty="0"/>
              <a:t>commit</a:t>
            </a:r>
          </a:p>
        </p:txBody>
      </p:sp>
      <p:sp>
        <p:nvSpPr>
          <p:cNvPr id="3" name="object 3"/>
          <p:cNvSpPr/>
          <p:nvPr/>
        </p:nvSpPr>
        <p:spPr>
          <a:xfrm>
            <a:off x="4443984" y="3680459"/>
            <a:ext cx="2557780" cy="483234"/>
          </a:xfrm>
          <a:custGeom>
            <a:avLst/>
            <a:gdLst/>
            <a:ahLst/>
            <a:cxnLst/>
            <a:rect l="l" t="t" r="r" b="b"/>
            <a:pathLst>
              <a:path w="2557779" h="483235">
                <a:moveTo>
                  <a:pt x="2315717" y="0"/>
                </a:moveTo>
                <a:lnTo>
                  <a:pt x="2315717" y="150240"/>
                </a:lnTo>
                <a:lnTo>
                  <a:pt x="0" y="150240"/>
                </a:lnTo>
                <a:lnTo>
                  <a:pt x="0" y="332866"/>
                </a:lnTo>
                <a:lnTo>
                  <a:pt x="2315717" y="332866"/>
                </a:lnTo>
                <a:lnTo>
                  <a:pt x="2315717" y="483107"/>
                </a:lnTo>
                <a:lnTo>
                  <a:pt x="2557271" y="241553"/>
                </a:lnTo>
                <a:lnTo>
                  <a:pt x="2315717" y="0"/>
                </a:lnTo>
                <a:close/>
              </a:path>
            </a:pathLst>
          </a:custGeom>
          <a:solidFill>
            <a:srgbClr val="6D8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6797" y="4121607"/>
            <a:ext cx="2202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git</a:t>
            </a:r>
            <a:r>
              <a:rPr sz="1800" b="1" spc="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revert</a:t>
            </a:r>
            <a:r>
              <a:rPr sz="1800" b="1" spc="20" dirty="0">
                <a:latin typeface="Roboto"/>
                <a:cs typeface="Roboto"/>
              </a:rPr>
              <a:t> </a:t>
            </a:r>
            <a:r>
              <a:rPr sz="1800" b="1" spc="-120" dirty="0">
                <a:latin typeface="Roboto Bk"/>
                <a:cs typeface="Roboto Bk"/>
              </a:rPr>
              <a:t>e15fa30b76c</a:t>
            </a:r>
            <a:endParaRPr sz="1800">
              <a:latin typeface="Roboto Bk"/>
              <a:cs typeface="Roboto B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00162" y="2167318"/>
            <a:ext cx="1859280" cy="3992879"/>
            <a:chOff x="1300162" y="2167318"/>
            <a:chExt cx="1859280" cy="3992879"/>
          </a:xfrm>
        </p:grpSpPr>
        <p:sp>
          <p:nvSpPr>
            <p:cNvPr id="6" name="object 6"/>
            <p:cNvSpPr/>
            <p:nvPr/>
          </p:nvSpPr>
          <p:spPr>
            <a:xfrm>
              <a:off x="1468755" y="2545841"/>
              <a:ext cx="1616710" cy="3599815"/>
            </a:xfrm>
            <a:custGeom>
              <a:avLst/>
              <a:gdLst/>
              <a:ahLst/>
              <a:cxnLst/>
              <a:rect l="l" t="t" r="r" b="b"/>
              <a:pathLst>
                <a:path w="1616710" h="3599815">
                  <a:moveTo>
                    <a:pt x="85725" y="85979"/>
                  </a:moveTo>
                  <a:lnTo>
                    <a:pt x="78574" y="71501"/>
                  </a:lnTo>
                  <a:lnTo>
                    <a:pt x="43307" y="0"/>
                  </a:lnTo>
                  <a:lnTo>
                    <a:pt x="0" y="85471"/>
                  </a:lnTo>
                  <a:lnTo>
                    <a:pt x="28486" y="85648"/>
                  </a:lnTo>
                  <a:lnTo>
                    <a:pt x="23355" y="1007364"/>
                  </a:lnTo>
                  <a:lnTo>
                    <a:pt x="51943" y="1007364"/>
                  </a:lnTo>
                  <a:lnTo>
                    <a:pt x="57061" y="85979"/>
                  </a:lnTo>
                  <a:lnTo>
                    <a:pt x="57061" y="85813"/>
                  </a:lnTo>
                  <a:lnTo>
                    <a:pt x="85725" y="85979"/>
                  </a:lnTo>
                  <a:close/>
                </a:path>
                <a:path w="1616710" h="3599815">
                  <a:moveTo>
                    <a:pt x="1300861" y="2129282"/>
                  </a:moveTo>
                  <a:lnTo>
                    <a:pt x="258826" y="1314157"/>
                  </a:lnTo>
                  <a:lnTo>
                    <a:pt x="265747" y="1305306"/>
                  </a:lnTo>
                  <a:lnTo>
                    <a:pt x="276479" y="1291590"/>
                  </a:lnTo>
                  <a:lnTo>
                    <a:pt x="182499" y="1272540"/>
                  </a:lnTo>
                  <a:lnTo>
                    <a:pt x="223647" y="1359154"/>
                  </a:lnTo>
                  <a:lnTo>
                    <a:pt x="241274" y="1336611"/>
                  </a:lnTo>
                  <a:lnTo>
                    <a:pt x="1283208" y="2151761"/>
                  </a:lnTo>
                  <a:lnTo>
                    <a:pt x="1300861" y="2129282"/>
                  </a:lnTo>
                  <a:close/>
                </a:path>
                <a:path w="1616710" h="3599815">
                  <a:moveTo>
                    <a:pt x="1616583" y="3409188"/>
                  </a:moveTo>
                  <a:lnTo>
                    <a:pt x="1611541" y="3365512"/>
                  </a:lnTo>
                  <a:lnTo>
                    <a:pt x="1597202" y="3325418"/>
                  </a:lnTo>
                  <a:lnTo>
                    <a:pt x="1574711" y="3290049"/>
                  </a:lnTo>
                  <a:lnTo>
                    <a:pt x="1545196" y="3260547"/>
                  </a:lnTo>
                  <a:lnTo>
                    <a:pt x="1509826" y="3238055"/>
                  </a:lnTo>
                  <a:lnTo>
                    <a:pt x="1469745" y="3223730"/>
                  </a:lnTo>
                  <a:lnTo>
                    <a:pt x="1451610" y="3221647"/>
                  </a:lnTo>
                  <a:lnTo>
                    <a:pt x="1456093" y="2489327"/>
                  </a:lnTo>
                  <a:lnTo>
                    <a:pt x="1456093" y="2489162"/>
                  </a:lnTo>
                  <a:lnTo>
                    <a:pt x="1484630" y="2489327"/>
                  </a:lnTo>
                  <a:lnTo>
                    <a:pt x="1477505" y="2474849"/>
                  </a:lnTo>
                  <a:lnTo>
                    <a:pt x="1477441" y="2474722"/>
                  </a:lnTo>
                  <a:lnTo>
                    <a:pt x="1442339" y="2403348"/>
                  </a:lnTo>
                  <a:lnTo>
                    <a:pt x="1398905" y="2488819"/>
                  </a:lnTo>
                  <a:lnTo>
                    <a:pt x="1427518" y="2488996"/>
                  </a:lnTo>
                  <a:lnTo>
                    <a:pt x="1423047" y="3219043"/>
                  </a:lnTo>
                  <a:lnTo>
                    <a:pt x="1382407" y="3223730"/>
                  </a:lnTo>
                  <a:lnTo>
                    <a:pt x="1342326" y="3238055"/>
                  </a:lnTo>
                  <a:lnTo>
                    <a:pt x="1306957" y="3260547"/>
                  </a:lnTo>
                  <a:lnTo>
                    <a:pt x="1277442" y="3290049"/>
                  </a:lnTo>
                  <a:lnTo>
                    <a:pt x="1254950" y="3325418"/>
                  </a:lnTo>
                  <a:lnTo>
                    <a:pt x="1240612" y="3365512"/>
                  </a:lnTo>
                  <a:lnTo>
                    <a:pt x="1235583" y="3409188"/>
                  </a:lnTo>
                  <a:lnTo>
                    <a:pt x="1240612" y="3452876"/>
                  </a:lnTo>
                  <a:lnTo>
                    <a:pt x="1254950" y="3492970"/>
                  </a:lnTo>
                  <a:lnTo>
                    <a:pt x="1277442" y="3528339"/>
                  </a:lnTo>
                  <a:lnTo>
                    <a:pt x="1306957" y="3557841"/>
                  </a:lnTo>
                  <a:lnTo>
                    <a:pt x="1342326" y="3580333"/>
                  </a:lnTo>
                  <a:lnTo>
                    <a:pt x="1382407" y="3594658"/>
                  </a:lnTo>
                  <a:lnTo>
                    <a:pt x="1426083" y="3599688"/>
                  </a:lnTo>
                  <a:lnTo>
                    <a:pt x="1469745" y="3594658"/>
                  </a:lnTo>
                  <a:lnTo>
                    <a:pt x="1509826" y="3580333"/>
                  </a:lnTo>
                  <a:lnTo>
                    <a:pt x="1545196" y="3557841"/>
                  </a:lnTo>
                  <a:lnTo>
                    <a:pt x="1574711" y="3528339"/>
                  </a:lnTo>
                  <a:lnTo>
                    <a:pt x="1597202" y="3492970"/>
                  </a:lnTo>
                  <a:lnTo>
                    <a:pt x="1611541" y="3452876"/>
                  </a:lnTo>
                  <a:lnTo>
                    <a:pt x="1616583" y="340918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04338" y="576452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3482" y="3758945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41858" y="71374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3482" y="457428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33294" y="2559557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4503" y="819645"/>
                  </a:lnTo>
                  <a:lnTo>
                    <a:pt x="218986" y="85979"/>
                  </a:lnTo>
                  <a:lnTo>
                    <a:pt x="218986" y="85813"/>
                  </a:lnTo>
                  <a:lnTo>
                    <a:pt x="247523" y="85979"/>
                  </a:lnTo>
                  <a:lnTo>
                    <a:pt x="240398" y="71501"/>
                  </a:lnTo>
                  <a:lnTo>
                    <a:pt x="205232" y="0"/>
                  </a:lnTo>
                  <a:lnTo>
                    <a:pt x="161798" y="85471"/>
                  </a:lnTo>
                  <a:lnTo>
                    <a:pt x="190411" y="85648"/>
                  </a:lnTo>
                  <a:lnTo>
                    <a:pt x="185940" y="817397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3294" y="33764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63774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63774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14450" y="3490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14450" y="3490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14450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14450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268726" y="2213228"/>
            <a:ext cx="1699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Change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color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01902" y="911542"/>
            <a:ext cx="1859280" cy="5071745"/>
            <a:chOff x="7601902" y="911542"/>
            <a:chExt cx="1859280" cy="5071745"/>
          </a:xfrm>
        </p:grpSpPr>
        <p:sp>
          <p:nvSpPr>
            <p:cNvPr id="20" name="object 20"/>
            <p:cNvSpPr/>
            <p:nvPr/>
          </p:nvSpPr>
          <p:spPr>
            <a:xfrm>
              <a:off x="7770495" y="2369057"/>
              <a:ext cx="1616710" cy="3599815"/>
            </a:xfrm>
            <a:custGeom>
              <a:avLst/>
              <a:gdLst/>
              <a:ahLst/>
              <a:cxnLst/>
              <a:rect l="l" t="t" r="r" b="b"/>
              <a:pathLst>
                <a:path w="1616709" h="3599815">
                  <a:moveTo>
                    <a:pt x="85725" y="85979"/>
                  </a:moveTo>
                  <a:lnTo>
                    <a:pt x="78574" y="71501"/>
                  </a:lnTo>
                  <a:lnTo>
                    <a:pt x="43307" y="0"/>
                  </a:lnTo>
                  <a:lnTo>
                    <a:pt x="0" y="85471"/>
                  </a:lnTo>
                  <a:lnTo>
                    <a:pt x="28486" y="85648"/>
                  </a:lnTo>
                  <a:lnTo>
                    <a:pt x="23355" y="1007364"/>
                  </a:lnTo>
                  <a:lnTo>
                    <a:pt x="51943" y="1007364"/>
                  </a:lnTo>
                  <a:lnTo>
                    <a:pt x="57061" y="85979"/>
                  </a:lnTo>
                  <a:lnTo>
                    <a:pt x="57061" y="85813"/>
                  </a:lnTo>
                  <a:lnTo>
                    <a:pt x="85725" y="85979"/>
                  </a:lnTo>
                  <a:close/>
                </a:path>
                <a:path w="1616709" h="3599815">
                  <a:moveTo>
                    <a:pt x="1300861" y="2129282"/>
                  </a:moveTo>
                  <a:lnTo>
                    <a:pt x="258826" y="1314157"/>
                  </a:lnTo>
                  <a:lnTo>
                    <a:pt x="265747" y="1305306"/>
                  </a:lnTo>
                  <a:lnTo>
                    <a:pt x="276479" y="1291590"/>
                  </a:lnTo>
                  <a:lnTo>
                    <a:pt x="182499" y="1272540"/>
                  </a:lnTo>
                  <a:lnTo>
                    <a:pt x="223647" y="1359154"/>
                  </a:lnTo>
                  <a:lnTo>
                    <a:pt x="241274" y="1336611"/>
                  </a:lnTo>
                  <a:lnTo>
                    <a:pt x="1283208" y="2151761"/>
                  </a:lnTo>
                  <a:lnTo>
                    <a:pt x="1300861" y="2129282"/>
                  </a:lnTo>
                  <a:close/>
                </a:path>
                <a:path w="1616709" h="3599815">
                  <a:moveTo>
                    <a:pt x="1616583" y="3409188"/>
                  </a:moveTo>
                  <a:lnTo>
                    <a:pt x="1611541" y="3365512"/>
                  </a:lnTo>
                  <a:lnTo>
                    <a:pt x="1597202" y="3325418"/>
                  </a:lnTo>
                  <a:lnTo>
                    <a:pt x="1574711" y="3290049"/>
                  </a:lnTo>
                  <a:lnTo>
                    <a:pt x="1545196" y="3260547"/>
                  </a:lnTo>
                  <a:lnTo>
                    <a:pt x="1509826" y="3238055"/>
                  </a:lnTo>
                  <a:lnTo>
                    <a:pt x="1469745" y="3223730"/>
                  </a:lnTo>
                  <a:lnTo>
                    <a:pt x="1451610" y="3221647"/>
                  </a:lnTo>
                  <a:lnTo>
                    <a:pt x="1456093" y="2487803"/>
                  </a:lnTo>
                  <a:lnTo>
                    <a:pt x="1456093" y="2487638"/>
                  </a:lnTo>
                  <a:lnTo>
                    <a:pt x="1484630" y="2487803"/>
                  </a:lnTo>
                  <a:lnTo>
                    <a:pt x="1477505" y="2473325"/>
                  </a:lnTo>
                  <a:lnTo>
                    <a:pt x="1442339" y="2401824"/>
                  </a:lnTo>
                  <a:lnTo>
                    <a:pt x="1398905" y="2487295"/>
                  </a:lnTo>
                  <a:lnTo>
                    <a:pt x="1427518" y="2487472"/>
                  </a:lnTo>
                  <a:lnTo>
                    <a:pt x="1423047" y="3219043"/>
                  </a:lnTo>
                  <a:lnTo>
                    <a:pt x="1382407" y="3223730"/>
                  </a:lnTo>
                  <a:lnTo>
                    <a:pt x="1342326" y="3238055"/>
                  </a:lnTo>
                  <a:lnTo>
                    <a:pt x="1306957" y="3260547"/>
                  </a:lnTo>
                  <a:lnTo>
                    <a:pt x="1277442" y="3290049"/>
                  </a:lnTo>
                  <a:lnTo>
                    <a:pt x="1254950" y="3325418"/>
                  </a:lnTo>
                  <a:lnTo>
                    <a:pt x="1240612" y="3365512"/>
                  </a:lnTo>
                  <a:lnTo>
                    <a:pt x="1235583" y="3409188"/>
                  </a:lnTo>
                  <a:lnTo>
                    <a:pt x="1240612" y="3452876"/>
                  </a:lnTo>
                  <a:lnTo>
                    <a:pt x="1254950" y="3492970"/>
                  </a:lnTo>
                  <a:lnTo>
                    <a:pt x="1277442" y="3528339"/>
                  </a:lnTo>
                  <a:lnTo>
                    <a:pt x="1306957" y="3557841"/>
                  </a:lnTo>
                  <a:lnTo>
                    <a:pt x="1342326" y="3580333"/>
                  </a:lnTo>
                  <a:lnTo>
                    <a:pt x="1382407" y="3594658"/>
                  </a:lnTo>
                  <a:lnTo>
                    <a:pt x="1426083" y="3599688"/>
                  </a:lnTo>
                  <a:lnTo>
                    <a:pt x="1469745" y="3594658"/>
                  </a:lnTo>
                  <a:lnTo>
                    <a:pt x="1509826" y="3580333"/>
                  </a:lnTo>
                  <a:lnTo>
                    <a:pt x="1545196" y="3557841"/>
                  </a:lnTo>
                  <a:lnTo>
                    <a:pt x="1574711" y="3528339"/>
                  </a:lnTo>
                  <a:lnTo>
                    <a:pt x="1597202" y="3492970"/>
                  </a:lnTo>
                  <a:lnTo>
                    <a:pt x="1611541" y="3452876"/>
                  </a:lnTo>
                  <a:lnTo>
                    <a:pt x="1616583" y="340918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06078" y="558774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15222" y="3582161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15222" y="439750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98356" y="2382774"/>
              <a:ext cx="85725" cy="923925"/>
            </a:xfrm>
            <a:custGeom>
              <a:avLst/>
              <a:gdLst/>
              <a:ahLst/>
              <a:cxnLst/>
              <a:rect l="l" t="t" r="r" b="b"/>
              <a:pathLst>
                <a:path w="85725" h="923925">
                  <a:moveTo>
                    <a:pt x="28614" y="85640"/>
                  </a:moveTo>
                  <a:lnTo>
                    <a:pt x="23495" y="923543"/>
                  </a:lnTo>
                  <a:lnTo>
                    <a:pt x="52070" y="923798"/>
                  </a:lnTo>
                  <a:lnTo>
                    <a:pt x="57188" y="85978"/>
                  </a:lnTo>
                  <a:lnTo>
                    <a:pt x="57189" y="85809"/>
                  </a:lnTo>
                  <a:lnTo>
                    <a:pt x="28614" y="85640"/>
                  </a:lnTo>
                  <a:close/>
                </a:path>
                <a:path w="85725" h="923925">
                  <a:moveTo>
                    <a:pt x="78603" y="71500"/>
                  </a:moveTo>
                  <a:lnTo>
                    <a:pt x="57276" y="71500"/>
                  </a:lnTo>
                  <a:lnTo>
                    <a:pt x="57189" y="85809"/>
                  </a:lnTo>
                  <a:lnTo>
                    <a:pt x="85725" y="85978"/>
                  </a:lnTo>
                  <a:lnTo>
                    <a:pt x="78603" y="71500"/>
                  </a:lnTo>
                  <a:close/>
                </a:path>
                <a:path w="85725" h="923925">
                  <a:moveTo>
                    <a:pt x="57276" y="71500"/>
                  </a:moveTo>
                  <a:lnTo>
                    <a:pt x="28701" y="71500"/>
                  </a:lnTo>
                  <a:lnTo>
                    <a:pt x="28614" y="85640"/>
                  </a:lnTo>
                  <a:lnTo>
                    <a:pt x="57189" y="85809"/>
                  </a:lnTo>
                  <a:lnTo>
                    <a:pt x="57276" y="71500"/>
                  </a:lnTo>
                  <a:close/>
                </a:path>
                <a:path w="85725" h="923925">
                  <a:moveTo>
                    <a:pt x="43434" y="0"/>
                  </a:moveTo>
                  <a:lnTo>
                    <a:pt x="0" y="85471"/>
                  </a:lnTo>
                  <a:lnTo>
                    <a:pt x="28614" y="85640"/>
                  </a:lnTo>
                  <a:lnTo>
                    <a:pt x="28701" y="71500"/>
                  </a:lnTo>
                  <a:lnTo>
                    <a:pt x="78603" y="71500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35034" y="31996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35034" y="31996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065514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065514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16190" y="33139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16190" y="33139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16190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16190" y="200329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041130" y="92583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41130" y="92583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201404" y="1325118"/>
              <a:ext cx="85725" cy="923925"/>
            </a:xfrm>
            <a:custGeom>
              <a:avLst/>
              <a:gdLst/>
              <a:ahLst/>
              <a:cxnLst/>
              <a:rect l="l" t="t" r="r" b="b"/>
              <a:pathLst>
                <a:path w="85725" h="923925">
                  <a:moveTo>
                    <a:pt x="28614" y="85640"/>
                  </a:moveTo>
                  <a:lnTo>
                    <a:pt x="23495" y="923544"/>
                  </a:lnTo>
                  <a:lnTo>
                    <a:pt x="52070" y="923798"/>
                  </a:lnTo>
                  <a:lnTo>
                    <a:pt x="57188" y="85979"/>
                  </a:lnTo>
                  <a:lnTo>
                    <a:pt x="57189" y="85809"/>
                  </a:lnTo>
                  <a:lnTo>
                    <a:pt x="28614" y="85640"/>
                  </a:lnTo>
                  <a:close/>
                </a:path>
                <a:path w="85725" h="923925">
                  <a:moveTo>
                    <a:pt x="78541" y="71374"/>
                  </a:moveTo>
                  <a:lnTo>
                    <a:pt x="28701" y="71374"/>
                  </a:lnTo>
                  <a:lnTo>
                    <a:pt x="57276" y="71501"/>
                  </a:lnTo>
                  <a:lnTo>
                    <a:pt x="57189" y="85809"/>
                  </a:lnTo>
                  <a:lnTo>
                    <a:pt x="85725" y="85979"/>
                  </a:lnTo>
                  <a:lnTo>
                    <a:pt x="78603" y="71501"/>
                  </a:lnTo>
                  <a:lnTo>
                    <a:pt x="78541" y="71374"/>
                  </a:lnTo>
                  <a:close/>
                </a:path>
                <a:path w="85725" h="923925">
                  <a:moveTo>
                    <a:pt x="28701" y="71374"/>
                  </a:moveTo>
                  <a:lnTo>
                    <a:pt x="28614" y="85640"/>
                  </a:lnTo>
                  <a:lnTo>
                    <a:pt x="57189" y="85809"/>
                  </a:lnTo>
                  <a:lnTo>
                    <a:pt x="57276" y="71501"/>
                  </a:lnTo>
                  <a:lnTo>
                    <a:pt x="28701" y="71374"/>
                  </a:lnTo>
                  <a:close/>
                </a:path>
                <a:path w="85725" h="923925">
                  <a:moveTo>
                    <a:pt x="43434" y="0"/>
                  </a:moveTo>
                  <a:lnTo>
                    <a:pt x="0" y="85471"/>
                  </a:lnTo>
                  <a:lnTo>
                    <a:pt x="28614" y="85640"/>
                  </a:lnTo>
                  <a:lnTo>
                    <a:pt x="28701" y="71374"/>
                  </a:lnTo>
                  <a:lnTo>
                    <a:pt x="78541" y="71374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571481" y="2036190"/>
            <a:ext cx="1699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Change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color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18179" y="3372357"/>
            <a:ext cx="1213485" cy="81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ts val="2020"/>
              </a:lnSpc>
              <a:spcBef>
                <a:spcPts val="100"/>
              </a:spcBef>
            </a:pPr>
            <a:r>
              <a:rPr sz="1800" b="1" spc="-130" dirty="0">
                <a:latin typeface="Roboto Bk"/>
                <a:cs typeface="Roboto Bk"/>
              </a:rPr>
              <a:t>e15fa30b76c</a:t>
            </a:r>
            <a:endParaRPr sz="1800">
              <a:latin typeface="Roboto Bk"/>
              <a:cs typeface="Roboto Bk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Roboto"/>
                <a:cs typeface="Roboto"/>
              </a:rPr>
              <a:t>« Add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new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page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15982" y="3267583"/>
            <a:ext cx="1213485" cy="81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ts val="2014"/>
              </a:lnSpc>
              <a:spcBef>
                <a:spcPts val="100"/>
              </a:spcBef>
            </a:pPr>
            <a:r>
              <a:rPr sz="1800" b="1" spc="-130" dirty="0">
                <a:latin typeface="Roboto Bk"/>
                <a:cs typeface="Roboto Bk"/>
              </a:rPr>
              <a:t>e15fa30b76c</a:t>
            </a:r>
            <a:endParaRPr sz="1800">
              <a:latin typeface="Roboto Bk"/>
              <a:cs typeface="Roboto Bk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Roboto"/>
                <a:cs typeface="Roboto"/>
              </a:rPr>
              <a:t>« Add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new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page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71481" y="1119885"/>
            <a:ext cx="14103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Roboto"/>
                <a:cs typeface="Roboto"/>
              </a:rPr>
              <a:t>«Revert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«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Add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new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page»»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58303" y="1256538"/>
            <a:ext cx="85725" cy="1007744"/>
          </a:xfrm>
          <a:custGeom>
            <a:avLst/>
            <a:gdLst/>
            <a:ahLst/>
            <a:cxnLst/>
            <a:rect l="l" t="t" r="r" b="b"/>
            <a:pathLst>
              <a:path w="85725" h="1007744">
                <a:moveTo>
                  <a:pt x="28495" y="85639"/>
                </a:moveTo>
                <a:lnTo>
                  <a:pt x="23367" y="1007363"/>
                </a:lnTo>
                <a:lnTo>
                  <a:pt x="51943" y="1007363"/>
                </a:lnTo>
                <a:lnTo>
                  <a:pt x="57069" y="85978"/>
                </a:lnTo>
                <a:lnTo>
                  <a:pt x="57070" y="85809"/>
                </a:lnTo>
                <a:lnTo>
                  <a:pt x="28495" y="85639"/>
                </a:lnTo>
                <a:close/>
              </a:path>
              <a:path w="85725" h="1007744">
                <a:moveTo>
                  <a:pt x="78582" y="71500"/>
                </a:moveTo>
                <a:lnTo>
                  <a:pt x="57150" y="71500"/>
                </a:lnTo>
                <a:lnTo>
                  <a:pt x="57070" y="85809"/>
                </a:lnTo>
                <a:lnTo>
                  <a:pt x="85725" y="85978"/>
                </a:lnTo>
                <a:lnTo>
                  <a:pt x="78582" y="71500"/>
                </a:lnTo>
                <a:close/>
              </a:path>
              <a:path w="85725" h="1007744">
                <a:moveTo>
                  <a:pt x="57150" y="71500"/>
                </a:moveTo>
                <a:lnTo>
                  <a:pt x="28574" y="71500"/>
                </a:lnTo>
                <a:lnTo>
                  <a:pt x="28495" y="85639"/>
                </a:lnTo>
                <a:lnTo>
                  <a:pt x="57070" y="85809"/>
                </a:lnTo>
                <a:lnTo>
                  <a:pt x="57150" y="71500"/>
                </a:lnTo>
                <a:close/>
              </a:path>
              <a:path w="85725" h="1007744">
                <a:moveTo>
                  <a:pt x="43306" y="0"/>
                </a:moveTo>
                <a:lnTo>
                  <a:pt x="0" y="85471"/>
                </a:lnTo>
                <a:lnTo>
                  <a:pt x="28495" y="85639"/>
                </a:lnTo>
                <a:lnTo>
                  <a:pt x="28574" y="71500"/>
                </a:lnTo>
                <a:lnTo>
                  <a:pt x="78582" y="71500"/>
                </a:lnTo>
                <a:lnTo>
                  <a:pt x="43306" y="0"/>
                </a:lnTo>
                <a:close/>
              </a:path>
            </a:pathLst>
          </a:custGeom>
          <a:solidFill>
            <a:srgbClr val="BAE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01902" y="1989010"/>
            <a:ext cx="3183255" cy="3994150"/>
            <a:chOff x="7601902" y="1989010"/>
            <a:chExt cx="3183255" cy="3994150"/>
          </a:xfrm>
        </p:grpSpPr>
        <p:sp>
          <p:nvSpPr>
            <p:cNvPr id="4" name="object 4"/>
            <p:cNvSpPr/>
            <p:nvPr/>
          </p:nvSpPr>
          <p:spPr>
            <a:xfrm>
              <a:off x="7764399" y="2372106"/>
              <a:ext cx="85725" cy="1007744"/>
            </a:xfrm>
            <a:custGeom>
              <a:avLst/>
              <a:gdLst/>
              <a:ahLst/>
              <a:cxnLst/>
              <a:rect l="l" t="t" r="r" b="b"/>
              <a:pathLst>
                <a:path w="85725" h="1007745">
                  <a:moveTo>
                    <a:pt x="28495" y="85639"/>
                  </a:moveTo>
                  <a:lnTo>
                    <a:pt x="23368" y="1007237"/>
                  </a:lnTo>
                  <a:lnTo>
                    <a:pt x="51943" y="1007364"/>
                  </a:lnTo>
                  <a:lnTo>
                    <a:pt x="57069" y="85979"/>
                  </a:lnTo>
                  <a:lnTo>
                    <a:pt x="57070" y="85809"/>
                  </a:lnTo>
                  <a:lnTo>
                    <a:pt x="28495" y="85639"/>
                  </a:lnTo>
                  <a:close/>
                </a:path>
                <a:path w="85725" h="1007745">
                  <a:moveTo>
                    <a:pt x="78519" y="71374"/>
                  </a:moveTo>
                  <a:lnTo>
                    <a:pt x="28575" y="71374"/>
                  </a:lnTo>
                  <a:lnTo>
                    <a:pt x="57150" y="71501"/>
                  </a:lnTo>
                  <a:lnTo>
                    <a:pt x="57070" y="85809"/>
                  </a:lnTo>
                  <a:lnTo>
                    <a:pt x="85725" y="85979"/>
                  </a:lnTo>
                  <a:lnTo>
                    <a:pt x="78582" y="71501"/>
                  </a:lnTo>
                  <a:lnTo>
                    <a:pt x="78519" y="71374"/>
                  </a:lnTo>
                  <a:close/>
                </a:path>
                <a:path w="85725" h="1007745">
                  <a:moveTo>
                    <a:pt x="28575" y="71374"/>
                  </a:moveTo>
                  <a:lnTo>
                    <a:pt x="28495" y="85639"/>
                  </a:lnTo>
                  <a:lnTo>
                    <a:pt x="57070" y="85809"/>
                  </a:lnTo>
                  <a:lnTo>
                    <a:pt x="57150" y="71501"/>
                  </a:lnTo>
                  <a:lnTo>
                    <a:pt x="28575" y="71374"/>
                  </a:lnTo>
                  <a:close/>
                </a:path>
                <a:path w="85725" h="1007745">
                  <a:moveTo>
                    <a:pt x="43306" y="0"/>
                  </a:moveTo>
                  <a:lnTo>
                    <a:pt x="0" y="85471"/>
                  </a:lnTo>
                  <a:lnTo>
                    <a:pt x="28495" y="85639"/>
                  </a:lnTo>
                  <a:lnTo>
                    <a:pt x="28575" y="71374"/>
                  </a:lnTo>
                  <a:lnTo>
                    <a:pt x="78519" y="71374"/>
                  </a:lnTo>
                  <a:lnTo>
                    <a:pt x="43306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52994" y="3641597"/>
              <a:ext cx="1434465" cy="2327275"/>
            </a:xfrm>
            <a:custGeom>
              <a:avLst/>
              <a:gdLst/>
              <a:ahLst/>
              <a:cxnLst/>
              <a:rect l="l" t="t" r="r" b="b"/>
              <a:pathLst>
                <a:path w="1434465" h="2327275">
                  <a:moveTo>
                    <a:pt x="1118362" y="856742"/>
                  </a:moveTo>
                  <a:lnTo>
                    <a:pt x="76327" y="41617"/>
                  </a:lnTo>
                  <a:lnTo>
                    <a:pt x="83248" y="32766"/>
                  </a:lnTo>
                  <a:lnTo>
                    <a:pt x="93980" y="19050"/>
                  </a:lnTo>
                  <a:lnTo>
                    <a:pt x="0" y="0"/>
                  </a:lnTo>
                  <a:lnTo>
                    <a:pt x="41148" y="86614"/>
                  </a:lnTo>
                  <a:lnTo>
                    <a:pt x="58775" y="64071"/>
                  </a:lnTo>
                  <a:lnTo>
                    <a:pt x="1100709" y="879221"/>
                  </a:lnTo>
                  <a:lnTo>
                    <a:pt x="1118362" y="856742"/>
                  </a:lnTo>
                  <a:close/>
                </a:path>
                <a:path w="1434465" h="2327275">
                  <a:moveTo>
                    <a:pt x="1434084" y="2136648"/>
                  </a:moveTo>
                  <a:lnTo>
                    <a:pt x="1429042" y="2092972"/>
                  </a:lnTo>
                  <a:lnTo>
                    <a:pt x="1414703" y="2052878"/>
                  </a:lnTo>
                  <a:lnTo>
                    <a:pt x="1392212" y="2017509"/>
                  </a:lnTo>
                  <a:lnTo>
                    <a:pt x="1362697" y="1988007"/>
                  </a:lnTo>
                  <a:lnTo>
                    <a:pt x="1327327" y="1965515"/>
                  </a:lnTo>
                  <a:lnTo>
                    <a:pt x="1287246" y="1951189"/>
                  </a:lnTo>
                  <a:lnTo>
                    <a:pt x="1269111" y="1949107"/>
                  </a:lnTo>
                  <a:lnTo>
                    <a:pt x="1273594" y="1215263"/>
                  </a:lnTo>
                  <a:lnTo>
                    <a:pt x="1273594" y="1215097"/>
                  </a:lnTo>
                  <a:lnTo>
                    <a:pt x="1302131" y="1215263"/>
                  </a:lnTo>
                  <a:lnTo>
                    <a:pt x="1295006" y="1200785"/>
                  </a:lnTo>
                  <a:lnTo>
                    <a:pt x="1259840" y="1129284"/>
                  </a:lnTo>
                  <a:lnTo>
                    <a:pt x="1216406" y="1214755"/>
                  </a:lnTo>
                  <a:lnTo>
                    <a:pt x="1245019" y="1214932"/>
                  </a:lnTo>
                  <a:lnTo>
                    <a:pt x="1240548" y="1946503"/>
                  </a:lnTo>
                  <a:lnTo>
                    <a:pt x="1199908" y="1951189"/>
                  </a:lnTo>
                  <a:lnTo>
                    <a:pt x="1159827" y="1965515"/>
                  </a:lnTo>
                  <a:lnTo>
                    <a:pt x="1124458" y="1988007"/>
                  </a:lnTo>
                  <a:lnTo>
                    <a:pt x="1094943" y="2017509"/>
                  </a:lnTo>
                  <a:lnTo>
                    <a:pt x="1072451" y="2052878"/>
                  </a:lnTo>
                  <a:lnTo>
                    <a:pt x="1058113" y="2092972"/>
                  </a:lnTo>
                  <a:lnTo>
                    <a:pt x="1053084" y="2136648"/>
                  </a:lnTo>
                  <a:lnTo>
                    <a:pt x="1058113" y="2180336"/>
                  </a:lnTo>
                  <a:lnTo>
                    <a:pt x="1072451" y="2220430"/>
                  </a:lnTo>
                  <a:lnTo>
                    <a:pt x="1094943" y="2255799"/>
                  </a:lnTo>
                  <a:lnTo>
                    <a:pt x="1124458" y="2285301"/>
                  </a:lnTo>
                  <a:lnTo>
                    <a:pt x="1159827" y="2307793"/>
                  </a:lnTo>
                  <a:lnTo>
                    <a:pt x="1199908" y="2322118"/>
                  </a:lnTo>
                  <a:lnTo>
                    <a:pt x="1243584" y="2327148"/>
                  </a:lnTo>
                  <a:lnTo>
                    <a:pt x="1287246" y="2322118"/>
                  </a:lnTo>
                  <a:lnTo>
                    <a:pt x="1327327" y="2307793"/>
                  </a:lnTo>
                  <a:lnTo>
                    <a:pt x="1362697" y="2285301"/>
                  </a:lnTo>
                  <a:lnTo>
                    <a:pt x="1392212" y="2255799"/>
                  </a:lnTo>
                  <a:lnTo>
                    <a:pt x="1414703" y="2220430"/>
                  </a:lnTo>
                  <a:lnTo>
                    <a:pt x="1429042" y="2180336"/>
                  </a:lnTo>
                  <a:lnTo>
                    <a:pt x="1434084" y="213664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06078" y="558774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0999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499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15222" y="3582161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15222" y="439750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35034" y="2382773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6027" y="819823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7219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35034" y="31996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65514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65514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16190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16190" y="33139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16190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16190" y="20032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04223" y="4533138"/>
              <a:ext cx="1367155" cy="1257300"/>
            </a:xfrm>
            <a:custGeom>
              <a:avLst/>
              <a:gdLst/>
              <a:ahLst/>
              <a:cxnLst/>
              <a:rect l="l" t="t" r="r" b="b"/>
              <a:pathLst>
                <a:path w="1367154" h="1257300">
                  <a:moveTo>
                    <a:pt x="1118362" y="377952"/>
                  </a:moveTo>
                  <a:lnTo>
                    <a:pt x="1024382" y="397002"/>
                  </a:lnTo>
                  <a:lnTo>
                    <a:pt x="1041971" y="419506"/>
                  </a:lnTo>
                  <a:lnTo>
                    <a:pt x="0" y="1234630"/>
                  </a:lnTo>
                  <a:lnTo>
                    <a:pt x="17526" y="1257134"/>
                  </a:lnTo>
                  <a:lnTo>
                    <a:pt x="1059573" y="442023"/>
                  </a:lnTo>
                  <a:lnTo>
                    <a:pt x="1077214" y="464566"/>
                  </a:lnTo>
                  <a:lnTo>
                    <a:pt x="1102791" y="410718"/>
                  </a:lnTo>
                  <a:lnTo>
                    <a:pt x="1118362" y="377952"/>
                  </a:lnTo>
                  <a:close/>
                </a:path>
                <a:path w="1367154" h="1257300">
                  <a:moveTo>
                    <a:pt x="1366647" y="190500"/>
                  </a:moveTo>
                  <a:lnTo>
                    <a:pt x="1361605" y="146837"/>
                  </a:lnTo>
                  <a:lnTo>
                    <a:pt x="1347266" y="106756"/>
                  </a:lnTo>
                  <a:lnTo>
                    <a:pt x="1324775" y="71386"/>
                  </a:lnTo>
                  <a:lnTo>
                    <a:pt x="1295260" y="41871"/>
                  </a:lnTo>
                  <a:lnTo>
                    <a:pt x="1259890" y="19380"/>
                  </a:lnTo>
                  <a:lnTo>
                    <a:pt x="1219809" y="5041"/>
                  </a:lnTo>
                  <a:lnTo>
                    <a:pt x="1176147" y="0"/>
                  </a:lnTo>
                  <a:lnTo>
                    <a:pt x="1132471" y="5041"/>
                  </a:lnTo>
                  <a:lnTo>
                    <a:pt x="1092390" y="19380"/>
                  </a:lnTo>
                  <a:lnTo>
                    <a:pt x="1057021" y="41871"/>
                  </a:lnTo>
                  <a:lnTo>
                    <a:pt x="1027506" y="71386"/>
                  </a:lnTo>
                  <a:lnTo>
                    <a:pt x="1005014" y="106756"/>
                  </a:lnTo>
                  <a:lnTo>
                    <a:pt x="990676" y="146837"/>
                  </a:lnTo>
                  <a:lnTo>
                    <a:pt x="985647" y="190500"/>
                  </a:lnTo>
                  <a:lnTo>
                    <a:pt x="990676" y="234175"/>
                  </a:lnTo>
                  <a:lnTo>
                    <a:pt x="1005014" y="274256"/>
                  </a:lnTo>
                  <a:lnTo>
                    <a:pt x="1027506" y="309626"/>
                  </a:lnTo>
                  <a:lnTo>
                    <a:pt x="1057021" y="339140"/>
                  </a:lnTo>
                  <a:lnTo>
                    <a:pt x="1092390" y="361632"/>
                  </a:lnTo>
                  <a:lnTo>
                    <a:pt x="1132471" y="375970"/>
                  </a:lnTo>
                  <a:lnTo>
                    <a:pt x="1176147" y="381000"/>
                  </a:lnTo>
                  <a:lnTo>
                    <a:pt x="1219809" y="375970"/>
                  </a:lnTo>
                  <a:lnTo>
                    <a:pt x="1259890" y="361632"/>
                  </a:lnTo>
                  <a:lnTo>
                    <a:pt x="1295260" y="339140"/>
                  </a:lnTo>
                  <a:lnTo>
                    <a:pt x="1324775" y="309626"/>
                  </a:lnTo>
                  <a:lnTo>
                    <a:pt x="1347266" y="274256"/>
                  </a:lnTo>
                  <a:lnTo>
                    <a:pt x="1361605" y="234175"/>
                  </a:lnTo>
                  <a:lnTo>
                    <a:pt x="1366647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389870" y="453313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388346" y="3786377"/>
              <a:ext cx="381000" cy="747395"/>
            </a:xfrm>
            <a:custGeom>
              <a:avLst/>
              <a:gdLst/>
              <a:ahLst/>
              <a:cxnLst/>
              <a:rect l="l" t="t" r="r" b="b"/>
              <a:pathLst>
                <a:path w="381000" h="747395">
                  <a:moveTo>
                    <a:pt x="233807" y="466471"/>
                  </a:moveTo>
                  <a:lnTo>
                    <a:pt x="226720" y="452501"/>
                  </a:lnTo>
                  <a:lnTo>
                    <a:pt x="226656" y="452374"/>
                  </a:lnTo>
                  <a:lnTo>
                    <a:pt x="190500" y="381000"/>
                  </a:lnTo>
                  <a:lnTo>
                    <a:pt x="148323" y="466471"/>
                  </a:lnTo>
                  <a:lnTo>
                    <a:pt x="148247" y="466648"/>
                  </a:lnTo>
                  <a:lnTo>
                    <a:pt x="148158" y="466813"/>
                  </a:lnTo>
                  <a:lnTo>
                    <a:pt x="148082" y="466979"/>
                  </a:lnTo>
                  <a:lnTo>
                    <a:pt x="176606" y="466813"/>
                  </a:lnTo>
                  <a:lnTo>
                    <a:pt x="178181" y="747268"/>
                  </a:lnTo>
                  <a:lnTo>
                    <a:pt x="206756" y="747268"/>
                  </a:lnTo>
                  <a:lnTo>
                    <a:pt x="205181" y="466979"/>
                  </a:lnTo>
                  <a:lnTo>
                    <a:pt x="205181" y="466648"/>
                  </a:lnTo>
                  <a:lnTo>
                    <a:pt x="233807" y="466471"/>
                  </a:lnTo>
                  <a:close/>
                </a:path>
                <a:path w="381000" h="747395">
                  <a:moveTo>
                    <a:pt x="381000" y="190500"/>
                  </a:moveTo>
                  <a:lnTo>
                    <a:pt x="375958" y="146837"/>
                  </a:lnTo>
                  <a:lnTo>
                    <a:pt x="361619" y="106756"/>
                  </a:lnTo>
                  <a:lnTo>
                    <a:pt x="339128" y="71386"/>
                  </a:lnTo>
                  <a:lnTo>
                    <a:pt x="309613" y="41871"/>
                  </a:lnTo>
                  <a:lnTo>
                    <a:pt x="274243" y="19380"/>
                  </a:lnTo>
                  <a:lnTo>
                    <a:pt x="234162" y="5041"/>
                  </a:lnTo>
                  <a:lnTo>
                    <a:pt x="190500" y="0"/>
                  </a:lnTo>
                  <a:lnTo>
                    <a:pt x="146824" y="5041"/>
                  </a:lnTo>
                  <a:lnTo>
                    <a:pt x="106743" y="19380"/>
                  </a:lnTo>
                  <a:lnTo>
                    <a:pt x="71374" y="41871"/>
                  </a:lnTo>
                  <a:lnTo>
                    <a:pt x="41859" y="71386"/>
                  </a:lnTo>
                  <a:lnTo>
                    <a:pt x="19367" y="106756"/>
                  </a:lnTo>
                  <a:lnTo>
                    <a:pt x="5029" y="146837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56"/>
                  </a:lnTo>
                  <a:lnTo>
                    <a:pt x="41859" y="309626"/>
                  </a:lnTo>
                  <a:lnTo>
                    <a:pt x="71374" y="339140"/>
                  </a:lnTo>
                  <a:lnTo>
                    <a:pt x="106743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62" y="375970"/>
                  </a:lnTo>
                  <a:lnTo>
                    <a:pt x="274243" y="361632"/>
                  </a:lnTo>
                  <a:lnTo>
                    <a:pt x="309613" y="339140"/>
                  </a:lnTo>
                  <a:lnTo>
                    <a:pt x="339128" y="309626"/>
                  </a:lnTo>
                  <a:lnTo>
                    <a:pt x="361619" y="274256"/>
                  </a:lnTo>
                  <a:lnTo>
                    <a:pt x="375958" y="234175"/>
                  </a:lnTo>
                  <a:lnTo>
                    <a:pt x="381000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388346" y="378637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5285232" y="5269991"/>
            <a:ext cx="2557780" cy="483234"/>
          </a:xfrm>
          <a:custGeom>
            <a:avLst/>
            <a:gdLst/>
            <a:ahLst/>
            <a:cxnLst/>
            <a:rect l="l" t="t" r="r" b="b"/>
            <a:pathLst>
              <a:path w="2557779" h="483235">
                <a:moveTo>
                  <a:pt x="2315717" y="0"/>
                </a:moveTo>
                <a:lnTo>
                  <a:pt x="2315717" y="150241"/>
                </a:lnTo>
                <a:lnTo>
                  <a:pt x="0" y="150241"/>
                </a:lnTo>
                <a:lnTo>
                  <a:pt x="0" y="332841"/>
                </a:lnTo>
                <a:lnTo>
                  <a:pt x="2315717" y="332841"/>
                </a:lnTo>
                <a:lnTo>
                  <a:pt x="2315717" y="483108"/>
                </a:lnTo>
                <a:lnTo>
                  <a:pt x="2557271" y="241554"/>
                </a:lnTo>
                <a:lnTo>
                  <a:pt x="2315717" y="0"/>
                </a:lnTo>
                <a:close/>
              </a:path>
            </a:pathLst>
          </a:custGeom>
          <a:solidFill>
            <a:srgbClr val="6D8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254244" y="5763869"/>
            <a:ext cx="2625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Roboto"/>
                <a:cs typeface="Roboto"/>
              </a:rPr>
              <a:t>git</a:t>
            </a:r>
            <a:r>
              <a:rPr sz="1800" b="1" spc="-5" dirty="0">
                <a:latin typeface="Roboto"/>
                <a:cs typeface="Roboto"/>
              </a:rPr>
              <a:t> </a:t>
            </a:r>
            <a:r>
              <a:rPr sz="1800" b="1" spc="-10" dirty="0">
                <a:latin typeface="Roboto"/>
                <a:cs typeface="Roboto"/>
              </a:rPr>
              <a:t>cherry-</a:t>
            </a:r>
            <a:r>
              <a:rPr sz="1800" b="1" dirty="0">
                <a:latin typeface="Roboto"/>
                <a:cs typeface="Roboto"/>
              </a:rPr>
              <a:t>pick</a:t>
            </a:r>
            <a:r>
              <a:rPr sz="1800" b="1" spc="5" dirty="0">
                <a:latin typeface="Roboto"/>
                <a:cs typeface="Roboto"/>
              </a:rPr>
              <a:t> </a:t>
            </a:r>
            <a:r>
              <a:rPr sz="1800" b="1" spc="-120" dirty="0">
                <a:latin typeface="Roboto Bk"/>
                <a:cs typeface="Roboto Bk"/>
              </a:rPr>
              <a:t>b1f4e5f218</a:t>
            </a:r>
            <a:endParaRPr sz="1800">
              <a:latin typeface="Roboto Bk"/>
              <a:cs typeface="Roboto Bk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00162" y="2167318"/>
            <a:ext cx="3157855" cy="3992879"/>
            <a:chOff x="1300162" y="2167318"/>
            <a:chExt cx="3157855" cy="3992879"/>
          </a:xfrm>
        </p:grpSpPr>
        <p:sp>
          <p:nvSpPr>
            <p:cNvPr id="25" name="object 25"/>
            <p:cNvSpPr/>
            <p:nvPr/>
          </p:nvSpPr>
          <p:spPr>
            <a:xfrm>
              <a:off x="1468755" y="2545841"/>
              <a:ext cx="1616710" cy="3599815"/>
            </a:xfrm>
            <a:custGeom>
              <a:avLst/>
              <a:gdLst/>
              <a:ahLst/>
              <a:cxnLst/>
              <a:rect l="l" t="t" r="r" b="b"/>
              <a:pathLst>
                <a:path w="1616710" h="3599815">
                  <a:moveTo>
                    <a:pt x="85725" y="85979"/>
                  </a:moveTo>
                  <a:lnTo>
                    <a:pt x="78574" y="71501"/>
                  </a:lnTo>
                  <a:lnTo>
                    <a:pt x="43307" y="0"/>
                  </a:lnTo>
                  <a:lnTo>
                    <a:pt x="0" y="85471"/>
                  </a:lnTo>
                  <a:lnTo>
                    <a:pt x="28486" y="85648"/>
                  </a:lnTo>
                  <a:lnTo>
                    <a:pt x="23355" y="1007364"/>
                  </a:lnTo>
                  <a:lnTo>
                    <a:pt x="51943" y="1007364"/>
                  </a:lnTo>
                  <a:lnTo>
                    <a:pt x="57061" y="85979"/>
                  </a:lnTo>
                  <a:lnTo>
                    <a:pt x="57061" y="85813"/>
                  </a:lnTo>
                  <a:lnTo>
                    <a:pt x="85725" y="85979"/>
                  </a:lnTo>
                  <a:close/>
                </a:path>
                <a:path w="1616710" h="3599815">
                  <a:moveTo>
                    <a:pt x="1300861" y="2129282"/>
                  </a:moveTo>
                  <a:lnTo>
                    <a:pt x="258826" y="1314157"/>
                  </a:lnTo>
                  <a:lnTo>
                    <a:pt x="265747" y="1305306"/>
                  </a:lnTo>
                  <a:lnTo>
                    <a:pt x="276479" y="1291590"/>
                  </a:lnTo>
                  <a:lnTo>
                    <a:pt x="182499" y="1272540"/>
                  </a:lnTo>
                  <a:lnTo>
                    <a:pt x="223647" y="1359154"/>
                  </a:lnTo>
                  <a:lnTo>
                    <a:pt x="241274" y="1336611"/>
                  </a:lnTo>
                  <a:lnTo>
                    <a:pt x="1283208" y="2151761"/>
                  </a:lnTo>
                  <a:lnTo>
                    <a:pt x="1300861" y="2129282"/>
                  </a:lnTo>
                  <a:close/>
                </a:path>
                <a:path w="1616710" h="3599815">
                  <a:moveTo>
                    <a:pt x="1616583" y="3409188"/>
                  </a:moveTo>
                  <a:lnTo>
                    <a:pt x="1611541" y="3365512"/>
                  </a:lnTo>
                  <a:lnTo>
                    <a:pt x="1597202" y="3325418"/>
                  </a:lnTo>
                  <a:lnTo>
                    <a:pt x="1574711" y="3290049"/>
                  </a:lnTo>
                  <a:lnTo>
                    <a:pt x="1545196" y="3260547"/>
                  </a:lnTo>
                  <a:lnTo>
                    <a:pt x="1509826" y="3238055"/>
                  </a:lnTo>
                  <a:lnTo>
                    <a:pt x="1469745" y="3223730"/>
                  </a:lnTo>
                  <a:lnTo>
                    <a:pt x="1451610" y="3221647"/>
                  </a:lnTo>
                  <a:lnTo>
                    <a:pt x="1456093" y="2489327"/>
                  </a:lnTo>
                  <a:lnTo>
                    <a:pt x="1456093" y="2489162"/>
                  </a:lnTo>
                  <a:lnTo>
                    <a:pt x="1484630" y="2489327"/>
                  </a:lnTo>
                  <a:lnTo>
                    <a:pt x="1477505" y="2474849"/>
                  </a:lnTo>
                  <a:lnTo>
                    <a:pt x="1477441" y="2474722"/>
                  </a:lnTo>
                  <a:lnTo>
                    <a:pt x="1442339" y="2403348"/>
                  </a:lnTo>
                  <a:lnTo>
                    <a:pt x="1398905" y="2488819"/>
                  </a:lnTo>
                  <a:lnTo>
                    <a:pt x="1427518" y="2488996"/>
                  </a:lnTo>
                  <a:lnTo>
                    <a:pt x="1423047" y="3219043"/>
                  </a:lnTo>
                  <a:lnTo>
                    <a:pt x="1382407" y="3223730"/>
                  </a:lnTo>
                  <a:lnTo>
                    <a:pt x="1342326" y="3238055"/>
                  </a:lnTo>
                  <a:lnTo>
                    <a:pt x="1306957" y="3260547"/>
                  </a:lnTo>
                  <a:lnTo>
                    <a:pt x="1277442" y="3290049"/>
                  </a:lnTo>
                  <a:lnTo>
                    <a:pt x="1254950" y="3325418"/>
                  </a:lnTo>
                  <a:lnTo>
                    <a:pt x="1240612" y="3365512"/>
                  </a:lnTo>
                  <a:lnTo>
                    <a:pt x="1235583" y="3409188"/>
                  </a:lnTo>
                  <a:lnTo>
                    <a:pt x="1240612" y="3452876"/>
                  </a:lnTo>
                  <a:lnTo>
                    <a:pt x="1254950" y="3492970"/>
                  </a:lnTo>
                  <a:lnTo>
                    <a:pt x="1277442" y="3528339"/>
                  </a:lnTo>
                  <a:lnTo>
                    <a:pt x="1306957" y="3557841"/>
                  </a:lnTo>
                  <a:lnTo>
                    <a:pt x="1342326" y="3580333"/>
                  </a:lnTo>
                  <a:lnTo>
                    <a:pt x="1382407" y="3594658"/>
                  </a:lnTo>
                  <a:lnTo>
                    <a:pt x="1426083" y="3599688"/>
                  </a:lnTo>
                  <a:lnTo>
                    <a:pt x="1469745" y="3594658"/>
                  </a:lnTo>
                  <a:lnTo>
                    <a:pt x="1509826" y="3580333"/>
                  </a:lnTo>
                  <a:lnTo>
                    <a:pt x="1545196" y="3557841"/>
                  </a:lnTo>
                  <a:lnTo>
                    <a:pt x="1574711" y="3528339"/>
                  </a:lnTo>
                  <a:lnTo>
                    <a:pt x="1597202" y="3492970"/>
                  </a:lnTo>
                  <a:lnTo>
                    <a:pt x="1611541" y="3452876"/>
                  </a:lnTo>
                  <a:lnTo>
                    <a:pt x="1616583" y="3409188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04338" y="576452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78"/>
                  </a:lnTo>
                  <a:lnTo>
                    <a:pt x="361627" y="274275"/>
                  </a:lnTo>
                  <a:lnTo>
                    <a:pt x="339132" y="309646"/>
                  </a:lnTo>
                  <a:lnTo>
                    <a:pt x="309625" y="339148"/>
                  </a:lnTo>
                  <a:lnTo>
                    <a:pt x="274253" y="361636"/>
                  </a:lnTo>
                  <a:lnTo>
                    <a:pt x="234162" y="375968"/>
                  </a:lnTo>
                  <a:lnTo>
                    <a:pt x="190500" y="381000"/>
                  </a:lnTo>
                  <a:lnTo>
                    <a:pt x="146837" y="375968"/>
                  </a:lnTo>
                  <a:lnTo>
                    <a:pt x="106746" y="361636"/>
                  </a:lnTo>
                  <a:lnTo>
                    <a:pt x="71374" y="339148"/>
                  </a:lnTo>
                  <a:lnTo>
                    <a:pt x="41867" y="309646"/>
                  </a:lnTo>
                  <a:lnTo>
                    <a:pt x="19372" y="274275"/>
                  </a:lnTo>
                  <a:lnTo>
                    <a:pt x="5034" y="234178"/>
                  </a:lnTo>
                  <a:lnTo>
                    <a:pt x="0" y="190500"/>
                  </a:lnTo>
                  <a:lnTo>
                    <a:pt x="5034" y="146821"/>
                  </a:lnTo>
                  <a:lnTo>
                    <a:pt x="19372" y="106724"/>
                  </a:lnTo>
                  <a:lnTo>
                    <a:pt x="41867" y="71353"/>
                  </a:lnTo>
                  <a:lnTo>
                    <a:pt x="71374" y="41851"/>
                  </a:lnTo>
                  <a:lnTo>
                    <a:pt x="106746" y="19363"/>
                  </a:lnTo>
                  <a:lnTo>
                    <a:pt x="146837" y="5031"/>
                  </a:lnTo>
                  <a:lnTo>
                    <a:pt x="190500" y="0"/>
                  </a:lnTo>
                  <a:lnTo>
                    <a:pt x="234162" y="5031"/>
                  </a:lnTo>
                  <a:lnTo>
                    <a:pt x="274253" y="19363"/>
                  </a:lnTo>
                  <a:lnTo>
                    <a:pt x="309625" y="41851"/>
                  </a:lnTo>
                  <a:lnTo>
                    <a:pt x="339132" y="71353"/>
                  </a:lnTo>
                  <a:lnTo>
                    <a:pt x="361627" y="106724"/>
                  </a:lnTo>
                  <a:lnTo>
                    <a:pt x="375965" y="146821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13482" y="3758945"/>
              <a:ext cx="381000" cy="1196340"/>
            </a:xfrm>
            <a:custGeom>
              <a:avLst/>
              <a:gdLst/>
              <a:ahLst/>
              <a:cxnLst/>
              <a:rect l="l" t="t" r="r" b="b"/>
              <a:pathLst>
                <a:path w="381000" h="1196339">
                  <a:moveTo>
                    <a:pt x="381000" y="1005840"/>
                  </a:moveTo>
                  <a:lnTo>
                    <a:pt x="375958" y="962177"/>
                  </a:lnTo>
                  <a:lnTo>
                    <a:pt x="361619" y="922096"/>
                  </a:lnTo>
                  <a:lnTo>
                    <a:pt x="339128" y="886726"/>
                  </a:lnTo>
                  <a:lnTo>
                    <a:pt x="309613" y="857211"/>
                  </a:lnTo>
                  <a:lnTo>
                    <a:pt x="274243" y="834720"/>
                  </a:lnTo>
                  <a:lnTo>
                    <a:pt x="234162" y="820381"/>
                  </a:lnTo>
                  <a:lnTo>
                    <a:pt x="216027" y="818299"/>
                  </a:lnTo>
                  <a:lnTo>
                    <a:pt x="220510" y="85979"/>
                  </a:lnTo>
                  <a:lnTo>
                    <a:pt x="220510" y="85813"/>
                  </a:lnTo>
                  <a:lnTo>
                    <a:pt x="249047" y="85979"/>
                  </a:lnTo>
                  <a:lnTo>
                    <a:pt x="241922" y="71501"/>
                  </a:lnTo>
                  <a:lnTo>
                    <a:pt x="241858" y="71374"/>
                  </a:lnTo>
                  <a:lnTo>
                    <a:pt x="206756" y="0"/>
                  </a:lnTo>
                  <a:lnTo>
                    <a:pt x="163322" y="85471"/>
                  </a:lnTo>
                  <a:lnTo>
                    <a:pt x="191935" y="85648"/>
                  </a:lnTo>
                  <a:lnTo>
                    <a:pt x="187464" y="815695"/>
                  </a:lnTo>
                  <a:lnTo>
                    <a:pt x="146824" y="820381"/>
                  </a:lnTo>
                  <a:lnTo>
                    <a:pt x="106743" y="834720"/>
                  </a:lnTo>
                  <a:lnTo>
                    <a:pt x="71374" y="857211"/>
                  </a:lnTo>
                  <a:lnTo>
                    <a:pt x="41859" y="886726"/>
                  </a:lnTo>
                  <a:lnTo>
                    <a:pt x="19367" y="922096"/>
                  </a:lnTo>
                  <a:lnTo>
                    <a:pt x="5029" y="962177"/>
                  </a:lnTo>
                  <a:lnTo>
                    <a:pt x="0" y="1005840"/>
                  </a:lnTo>
                  <a:lnTo>
                    <a:pt x="5029" y="1049515"/>
                  </a:lnTo>
                  <a:lnTo>
                    <a:pt x="19367" y="1089596"/>
                  </a:lnTo>
                  <a:lnTo>
                    <a:pt x="41859" y="1124966"/>
                  </a:lnTo>
                  <a:lnTo>
                    <a:pt x="71374" y="1154480"/>
                  </a:lnTo>
                  <a:lnTo>
                    <a:pt x="106743" y="1176972"/>
                  </a:lnTo>
                  <a:lnTo>
                    <a:pt x="146824" y="1191310"/>
                  </a:lnTo>
                  <a:lnTo>
                    <a:pt x="190500" y="1196340"/>
                  </a:lnTo>
                  <a:lnTo>
                    <a:pt x="234162" y="1191310"/>
                  </a:lnTo>
                  <a:lnTo>
                    <a:pt x="274243" y="1176972"/>
                  </a:lnTo>
                  <a:lnTo>
                    <a:pt x="309613" y="1154480"/>
                  </a:lnTo>
                  <a:lnTo>
                    <a:pt x="339128" y="1124966"/>
                  </a:lnTo>
                  <a:lnTo>
                    <a:pt x="361619" y="1089596"/>
                  </a:lnTo>
                  <a:lnTo>
                    <a:pt x="375958" y="1049515"/>
                  </a:lnTo>
                  <a:lnTo>
                    <a:pt x="381000" y="100584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13482" y="457428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33294" y="2559557"/>
              <a:ext cx="381000" cy="1198245"/>
            </a:xfrm>
            <a:custGeom>
              <a:avLst/>
              <a:gdLst/>
              <a:ahLst/>
              <a:cxnLst/>
              <a:rect l="l" t="t" r="r" b="b"/>
              <a:pathLst>
                <a:path w="381000" h="1198245">
                  <a:moveTo>
                    <a:pt x="381000" y="1007364"/>
                  </a:moveTo>
                  <a:lnTo>
                    <a:pt x="375958" y="963701"/>
                  </a:lnTo>
                  <a:lnTo>
                    <a:pt x="361619" y="923620"/>
                  </a:lnTo>
                  <a:lnTo>
                    <a:pt x="339128" y="888250"/>
                  </a:lnTo>
                  <a:lnTo>
                    <a:pt x="309613" y="858735"/>
                  </a:lnTo>
                  <a:lnTo>
                    <a:pt x="274243" y="836244"/>
                  </a:lnTo>
                  <a:lnTo>
                    <a:pt x="234162" y="821905"/>
                  </a:lnTo>
                  <a:lnTo>
                    <a:pt x="214503" y="819645"/>
                  </a:lnTo>
                  <a:lnTo>
                    <a:pt x="218986" y="85979"/>
                  </a:lnTo>
                  <a:lnTo>
                    <a:pt x="218986" y="85813"/>
                  </a:lnTo>
                  <a:lnTo>
                    <a:pt x="247523" y="85979"/>
                  </a:lnTo>
                  <a:lnTo>
                    <a:pt x="240398" y="71501"/>
                  </a:lnTo>
                  <a:lnTo>
                    <a:pt x="205232" y="0"/>
                  </a:lnTo>
                  <a:lnTo>
                    <a:pt x="161798" y="85471"/>
                  </a:lnTo>
                  <a:lnTo>
                    <a:pt x="190411" y="85648"/>
                  </a:lnTo>
                  <a:lnTo>
                    <a:pt x="185940" y="817397"/>
                  </a:lnTo>
                  <a:lnTo>
                    <a:pt x="146824" y="821905"/>
                  </a:lnTo>
                  <a:lnTo>
                    <a:pt x="106743" y="836244"/>
                  </a:lnTo>
                  <a:lnTo>
                    <a:pt x="71374" y="858735"/>
                  </a:lnTo>
                  <a:lnTo>
                    <a:pt x="41859" y="888250"/>
                  </a:lnTo>
                  <a:lnTo>
                    <a:pt x="19367" y="923620"/>
                  </a:lnTo>
                  <a:lnTo>
                    <a:pt x="5029" y="963701"/>
                  </a:lnTo>
                  <a:lnTo>
                    <a:pt x="0" y="1007364"/>
                  </a:lnTo>
                  <a:lnTo>
                    <a:pt x="5029" y="1051039"/>
                  </a:lnTo>
                  <a:lnTo>
                    <a:pt x="19367" y="1091120"/>
                  </a:lnTo>
                  <a:lnTo>
                    <a:pt x="41859" y="1126490"/>
                  </a:lnTo>
                  <a:lnTo>
                    <a:pt x="71374" y="1156004"/>
                  </a:lnTo>
                  <a:lnTo>
                    <a:pt x="106743" y="1178496"/>
                  </a:lnTo>
                  <a:lnTo>
                    <a:pt x="146824" y="1192834"/>
                  </a:lnTo>
                  <a:lnTo>
                    <a:pt x="190500" y="1197864"/>
                  </a:lnTo>
                  <a:lnTo>
                    <a:pt x="234162" y="1192834"/>
                  </a:lnTo>
                  <a:lnTo>
                    <a:pt x="274243" y="1178496"/>
                  </a:lnTo>
                  <a:lnTo>
                    <a:pt x="309613" y="1156004"/>
                  </a:lnTo>
                  <a:lnTo>
                    <a:pt x="339128" y="1126490"/>
                  </a:lnTo>
                  <a:lnTo>
                    <a:pt x="361619" y="1091120"/>
                  </a:lnTo>
                  <a:lnTo>
                    <a:pt x="375958" y="1051039"/>
                  </a:lnTo>
                  <a:lnTo>
                    <a:pt x="381000" y="1007364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33294" y="33764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63774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63774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14450" y="3490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4450" y="349072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14450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14450" y="218160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6575" y="4702301"/>
              <a:ext cx="1367155" cy="1256030"/>
            </a:xfrm>
            <a:custGeom>
              <a:avLst/>
              <a:gdLst/>
              <a:ahLst/>
              <a:cxnLst/>
              <a:rect l="l" t="t" r="r" b="b"/>
              <a:pathLst>
                <a:path w="1367154" h="1256029">
                  <a:moveTo>
                    <a:pt x="1118362" y="376428"/>
                  </a:moveTo>
                  <a:lnTo>
                    <a:pt x="1024382" y="395478"/>
                  </a:lnTo>
                  <a:lnTo>
                    <a:pt x="1041971" y="417982"/>
                  </a:lnTo>
                  <a:lnTo>
                    <a:pt x="0" y="1233106"/>
                  </a:lnTo>
                  <a:lnTo>
                    <a:pt x="17526" y="1255610"/>
                  </a:lnTo>
                  <a:lnTo>
                    <a:pt x="1059573" y="440499"/>
                  </a:lnTo>
                  <a:lnTo>
                    <a:pt x="1077214" y="463042"/>
                  </a:lnTo>
                  <a:lnTo>
                    <a:pt x="1102791" y="409194"/>
                  </a:lnTo>
                  <a:lnTo>
                    <a:pt x="1118362" y="376428"/>
                  </a:lnTo>
                  <a:close/>
                </a:path>
                <a:path w="1367154" h="1256029">
                  <a:moveTo>
                    <a:pt x="1366647" y="190500"/>
                  </a:moveTo>
                  <a:lnTo>
                    <a:pt x="1361605" y="146837"/>
                  </a:lnTo>
                  <a:lnTo>
                    <a:pt x="1347266" y="106756"/>
                  </a:lnTo>
                  <a:lnTo>
                    <a:pt x="1324775" y="71386"/>
                  </a:lnTo>
                  <a:lnTo>
                    <a:pt x="1295260" y="41871"/>
                  </a:lnTo>
                  <a:lnTo>
                    <a:pt x="1259890" y="19380"/>
                  </a:lnTo>
                  <a:lnTo>
                    <a:pt x="1219809" y="5041"/>
                  </a:lnTo>
                  <a:lnTo>
                    <a:pt x="1176147" y="0"/>
                  </a:lnTo>
                  <a:lnTo>
                    <a:pt x="1132471" y="5041"/>
                  </a:lnTo>
                  <a:lnTo>
                    <a:pt x="1092390" y="19380"/>
                  </a:lnTo>
                  <a:lnTo>
                    <a:pt x="1057021" y="41871"/>
                  </a:lnTo>
                  <a:lnTo>
                    <a:pt x="1027506" y="71386"/>
                  </a:lnTo>
                  <a:lnTo>
                    <a:pt x="1005014" y="106756"/>
                  </a:lnTo>
                  <a:lnTo>
                    <a:pt x="990676" y="146837"/>
                  </a:lnTo>
                  <a:lnTo>
                    <a:pt x="985647" y="190500"/>
                  </a:lnTo>
                  <a:lnTo>
                    <a:pt x="990676" y="234175"/>
                  </a:lnTo>
                  <a:lnTo>
                    <a:pt x="1005014" y="274256"/>
                  </a:lnTo>
                  <a:lnTo>
                    <a:pt x="1027506" y="309626"/>
                  </a:lnTo>
                  <a:lnTo>
                    <a:pt x="1057021" y="339140"/>
                  </a:lnTo>
                  <a:lnTo>
                    <a:pt x="1092390" y="361632"/>
                  </a:lnTo>
                  <a:lnTo>
                    <a:pt x="1132471" y="375970"/>
                  </a:lnTo>
                  <a:lnTo>
                    <a:pt x="1176147" y="381000"/>
                  </a:lnTo>
                  <a:lnTo>
                    <a:pt x="1219809" y="375970"/>
                  </a:lnTo>
                  <a:lnTo>
                    <a:pt x="1259890" y="361632"/>
                  </a:lnTo>
                  <a:lnTo>
                    <a:pt x="1295260" y="339140"/>
                  </a:lnTo>
                  <a:lnTo>
                    <a:pt x="1324775" y="309626"/>
                  </a:lnTo>
                  <a:lnTo>
                    <a:pt x="1347266" y="274256"/>
                  </a:lnTo>
                  <a:lnTo>
                    <a:pt x="1361605" y="234175"/>
                  </a:lnTo>
                  <a:lnTo>
                    <a:pt x="1366647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62222" y="470230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60698" y="3954017"/>
              <a:ext cx="381000" cy="747395"/>
            </a:xfrm>
            <a:custGeom>
              <a:avLst/>
              <a:gdLst/>
              <a:ahLst/>
              <a:cxnLst/>
              <a:rect l="l" t="t" r="r" b="b"/>
              <a:pathLst>
                <a:path w="381000" h="747395">
                  <a:moveTo>
                    <a:pt x="233807" y="466471"/>
                  </a:moveTo>
                  <a:lnTo>
                    <a:pt x="226720" y="452501"/>
                  </a:lnTo>
                  <a:lnTo>
                    <a:pt x="190500" y="381000"/>
                  </a:lnTo>
                  <a:lnTo>
                    <a:pt x="148323" y="466471"/>
                  </a:lnTo>
                  <a:lnTo>
                    <a:pt x="148247" y="466648"/>
                  </a:lnTo>
                  <a:lnTo>
                    <a:pt x="148158" y="466813"/>
                  </a:lnTo>
                  <a:lnTo>
                    <a:pt x="148082" y="466979"/>
                  </a:lnTo>
                  <a:lnTo>
                    <a:pt x="176606" y="466813"/>
                  </a:lnTo>
                  <a:lnTo>
                    <a:pt x="178168" y="747141"/>
                  </a:lnTo>
                  <a:lnTo>
                    <a:pt x="178181" y="747268"/>
                  </a:lnTo>
                  <a:lnTo>
                    <a:pt x="206756" y="747141"/>
                  </a:lnTo>
                  <a:lnTo>
                    <a:pt x="205181" y="466979"/>
                  </a:lnTo>
                  <a:lnTo>
                    <a:pt x="205181" y="466648"/>
                  </a:lnTo>
                  <a:lnTo>
                    <a:pt x="233807" y="466471"/>
                  </a:lnTo>
                  <a:close/>
                </a:path>
                <a:path w="381000" h="747395">
                  <a:moveTo>
                    <a:pt x="381000" y="190500"/>
                  </a:moveTo>
                  <a:lnTo>
                    <a:pt x="375958" y="146837"/>
                  </a:lnTo>
                  <a:lnTo>
                    <a:pt x="361619" y="106756"/>
                  </a:lnTo>
                  <a:lnTo>
                    <a:pt x="339128" y="71386"/>
                  </a:lnTo>
                  <a:lnTo>
                    <a:pt x="309613" y="41871"/>
                  </a:lnTo>
                  <a:lnTo>
                    <a:pt x="274243" y="19380"/>
                  </a:lnTo>
                  <a:lnTo>
                    <a:pt x="234162" y="5041"/>
                  </a:lnTo>
                  <a:lnTo>
                    <a:pt x="190500" y="0"/>
                  </a:lnTo>
                  <a:lnTo>
                    <a:pt x="146824" y="5041"/>
                  </a:lnTo>
                  <a:lnTo>
                    <a:pt x="106743" y="19380"/>
                  </a:lnTo>
                  <a:lnTo>
                    <a:pt x="71374" y="41871"/>
                  </a:lnTo>
                  <a:lnTo>
                    <a:pt x="41859" y="71386"/>
                  </a:lnTo>
                  <a:lnTo>
                    <a:pt x="19367" y="106756"/>
                  </a:lnTo>
                  <a:lnTo>
                    <a:pt x="5029" y="146837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56"/>
                  </a:lnTo>
                  <a:lnTo>
                    <a:pt x="41859" y="309626"/>
                  </a:lnTo>
                  <a:lnTo>
                    <a:pt x="71374" y="339140"/>
                  </a:lnTo>
                  <a:lnTo>
                    <a:pt x="106743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62" y="375970"/>
                  </a:lnTo>
                  <a:lnTo>
                    <a:pt x="274243" y="361632"/>
                  </a:lnTo>
                  <a:lnTo>
                    <a:pt x="309613" y="339140"/>
                  </a:lnTo>
                  <a:lnTo>
                    <a:pt x="339128" y="309626"/>
                  </a:lnTo>
                  <a:lnTo>
                    <a:pt x="361619" y="274256"/>
                  </a:lnTo>
                  <a:lnTo>
                    <a:pt x="375958" y="234175"/>
                  </a:lnTo>
                  <a:lnTo>
                    <a:pt x="381000" y="19050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60698" y="395401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499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0999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499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499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59816" y="2220848"/>
            <a:ext cx="105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Bug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fix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17897" y="3969257"/>
            <a:ext cx="1353820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>
              <a:lnSpc>
                <a:spcPts val="2085"/>
              </a:lnSpc>
              <a:spcBef>
                <a:spcPts val="100"/>
              </a:spcBef>
            </a:pPr>
            <a:r>
              <a:rPr sz="1800" b="1" spc="-45" dirty="0">
                <a:latin typeface="Roboto Bk"/>
                <a:cs typeface="Roboto Bk"/>
              </a:rPr>
              <a:t>b1f4e5f218</a:t>
            </a:r>
            <a:endParaRPr sz="1800">
              <a:latin typeface="Roboto Bk"/>
              <a:cs typeface="Roboto Bk"/>
            </a:endParaRPr>
          </a:p>
          <a:p>
            <a:pPr marL="12700">
              <a:lnSpc>
                <a:spcPts val="2085"/>
              </a:lnSpc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Cool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stuff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0517" y="2028571"/>
            <a:ext cx="105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Bug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fix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591234" y="859726"/>
            <a:ext cx="409575" cy="409575"/>
            <a:chOff x="7591234" y="859726"/>
            <a:chExt cx="409575" cy="409575"/>
          </a:xfrm>
        </p:grpSpPr>
        <p:sp>
          <p:nvSpPr>
            <p:cNvPr id="45" name="object 45"/>
            <p:cNvSpPr/>
            <p:nvPr/>
          </p:nvSpPr>
          <p:spPr>
            <a:xfrm>
              <a:off x="7605521" y="87401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605521" y="87401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close/>
                </a:path>
              </a:pathLst>
            </a:custGeom>
            <a:ln w="2857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182359" y="866013"/>
            <a:ext cx="1373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Cool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Stuff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797031" y="3800982"/>
            <a:ext cx="1353820" cy="56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70">
              <a:lnSpc>
                <a:spcPts val="2120"/>
              </a:lnSpc>
              <a:spcBef>
                <a:spcPts val="100"/>
              </a:spcBef>
            </a:pPr>
            <a:r>
              <a:rPr sz="1800" b="1" spc="-45" dirty="0">
                <a:latin typeface="Roboto Bk"/>
                <a:cs typeface="Roboto Bk"/>
              </a:rPr>
              <a:t>b1f4e5f218</a:t>
            </a:r>
            <a:endParaRPr sz="1800">
              <a:latin typeface="Roboto Bk"/>
              <a:cs typeface="Roboto Bk"/>
            </a:endParaRPr>
          </a:p>
          <a:p>
            <a:pPr marL="12700">
              <a:lnSpc>
                <a:spcPts val="2120"/>
              </a:lnSpc>
            </a:pPr>
            <a:r>
              <a:rPr sz="1800" dirty="0">
                <a:latin typeface="Roboto"/>
                <a:cs typeface="Roboto"/>
              </a:rPr>
              <a:t>«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Cool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stuff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»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0" name="Titre 1">
            <a:extLst>
              <a:ext uri="{FF2B5EF4-FFF2-40B4-BE49-F238E27FC236}">
                <a16:creationId xmlns:a16="http://schemas.microsoft.com/office/drawing/2014/main" id="{5FB3C721-5EA1-D917-8C96-43A03045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/>
          <a:lstStyle/>
          <a:p>
            <a:r>
              <a:rPr lang="fr-BE" dirty="0"/>
              <a:t>Cherry-</a:t>
            </a:r>
            <a:r>
              <a:rPr lang="fr-BE" dirty="0" err="1"/>
              <a:t>pick</a:t>
            </a:r>
            <a:endParaRPr lang="fr-BE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On</a:t>
            </a:r>
            <a:r>
              <a:rPr spc="70" dirty="0"/>
              <a:t> </a:t>
            </a:r>
            <a:r>
              <a:rPr dirty="0"/>
              <a:t>passe</a:t>
            </a:r>
            <a:r>
              <a:rPr spc="75" dirty="0"/>
              <a:t> </a:t>
            </a:r>
            <a:r>
              <a:rPr dirty="0"/>
              <a:t>au</a:t>
            </a:r>
            <a:r>
              <a:rPr spc="95" dirty="0"/>
              <a:t> </a:t>
            </a:r>
            <a:r>
              <a:rPr spc="110" dirty="0"/>
              <a:t>TP</a:t>
            </a:r>
            <a:r>
              <a:rPr spc="80" dirty="0"/>
              <a:t> </a:t>
            </a:r>
            <a:r>
              <a:rPr dirty="0"/>
              <a:t>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82940"/>
            <a:ext cx="8586470" cy="2436495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2400" dirty="0">
                <a:latin typeface="Roboto Lt"/>
                <a:cs typeface="Roboto Lt"/>
              </a:rPr>
              <a:t>C'est</a:t>
            </a:r>
            <a:r>
              <a:rPr sz="2400" spc="-6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encore</a:t>
            </a:r>
            <a:r>
              <a:rPr sz="2400" spc="-55" dirty="0">
                <a:latin typeface="Roboto Lt"/>
                <a:cs typeface="Roboto Lt"/>
              </a:rPr>
              <a:t> </a:t>
            </a:r>
            <a:r>
              <a:rPr sz="2400" spc="-10" dirty="0">
                <a:latin typeface="Roboto Lt"/>
                <a:cs typeface="Roboto Lt"/>
              </a:rPr>
              <a:t>l'heure</a:t>
            </a:r>
            <a:r>
              <a:rPr sz="2400" spc="-7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du</a:t>
            </a:r>
            <a:r>
              <a:rPr sz="2400" spc="-6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TP</a:t>
            </a:r>
            <a:r>
              <a:rPr sz="2400" spc="-55" dirty="0">
                <a:latin typeface="Roboto Lt"/>
                <a:cs typeface="Roboto Lt"/>
              </a:rPr>
              <a:t> </a:t>
            </a:r>
            <a:r>
              <a:rPr sz="2400" spc="-50" dirty="0">
                <a:latin typeface="Roboto Lt"/>
                <a:cs typeface="Roboto Lt"/>
              </a:rPr>
              <a:t>:</a:t>
            </a:r>
            <a:endParaRPr sz="2400" dirty="0">
              <a:latin typeface="Roboto Lt"/>
              <a:cs typeface="Roboto Lt"/>
            </a:endParaRPr>
          </a:p>
          <a:p>
            <a:pPr marL="355600" indent="-34290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Roboto Lt"/>
                <a:cs typeface="Roboto Lt"/>
              </a:rPr>
              <a:t>Se</a:t>
            </a:r>
            <a:r>
              <a:rPr sz="2400" spc="-6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rendre</a:t>
            </a:r>
            <a:r>
              <a:rPr sz="2400" spc="-5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sur</a:t>
            </a:r>
            <a:r>
              <a:rPr sz="2400" spc="-60" dirty="0">
                <a:latin typeface="Roboto Lt"/>
                <a:cs typeface="Roboto Lt"/>
              </a:rPr>
              <a:t> </a:t>
            </a:r>
            <a:r>
              <a:rPr lang="fr-BE" sz="2400" b="1" spc="-10" dirty="0">
                <a:latin typeface="Roboto"/>
                <a:cs typeface="Roboto"/>
              </a:rPr>
              <a:t>https://github.com/anaszmeafc/TP1</a:t>
            </a:r>
            <a:endParaRPr sz="2400" dirty="0">
              <a:latin typeface="Roboto"/>
              <a:cs typeface="Roboto"/>
            </a:endParaRPr>
          </a:p>
          <a:p>
            <a:pPr marL="355600" indent="-342900">
              <a:lnSpc>
                <a:spcPct val="100000"/>
              </a:lnSpc>
              <a:spcBef>
                <a:spcPts val="165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Roboto Lt"/>
                <a:cs typeface="Roboto Lt"/>
              </a:rPr>
              <a:t>Suivre</a:t>
            </a:r>
            <a:r>
              <a:rPr sz="2400" spc="-5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les</a:t>
            </a:r>
            <a:r>
              <a:rPr sz="2400" spc="-65" dirty="0">
                <a:latin typeface="Roboto Lt"/>
                <a:cs typeface="Roboto Lt"/>
              </a:rPr>
              <a:t> </a:t>
            </a:r>
            <a:r>
              <a:rPr sz="2400" spc="-10" dirty="0">
                <a:latin typeface="Roboto Lt"/>
                <a:cs typeface="Roboto Lt"/>
              </a:rPr>
              <a:t>indications</a:t>
            </a:r>
            <a:r>
              <a:rPr sz="2400" spc="-3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du</a:t>
            </a:r>
            <a:r>
              <a:rPr sz="2400" spc="-6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README</a:t>
            </a:r>
            <a:r>
              <a:rPr sz="2400" spc="-55" dirty="0">
                <a:latin typeface="Roboto Lt"/>
                <a:cs typeface="Roboto Lt"/>
              </a:rPr>
              <a:t> </a:t>
            </a:r>
            <a:r>
              <a:rPr sz="2400" spc="-20" dirty="0">
                <a:latin typeface="Roboto Lt"/>
                <a:cs typeface="Roboto Lt"/>
              </a:rPr>
              <a:t>jusqu’à</a:t>
            </a:r>
            <a:r>
              <a:rPr sz="2400" spc="-8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la</a:t>
            </a:r>
            <a:r>
              <a:rPr sz="2400" spc="-20" dirty="0">
                <a:latin typeface="Roboto Lt"/>
                <a:cs typeface="Roboto Lt"/>
              </a:rPr>
              <a:t> </a:t>
            </a:r>
            <a:r>
              <a:rPr sz="3200" b="1" spc="-25" dirty="0">
                <a:latin typeface="Roboto"/>
                <a:cs typeface="Roboto"/>
              </a:rPr>
              <a:t>fin</a:t>
            </a:r>
            <a:endParaRPr sz="3200" dirty="0">
              <a:latin typeface="Roboto"/>
              <a:cs typeface="Roboto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latin typeface="Roboto Lt"/>
                <a:cs typeface="Roboto Lt"/>
              </a:rPr>
              <a:t>N'hésitez</a:t>
            </a:r>
            <a:r>
              <a:rPr sz="2400" spc="-6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pas</a:t>
            </a:r>
            <a:r>
              <a:rPr sz="2400" spc="-6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à</a:t>
            </a:r>
            <a:r>
              <a:rPr sz="2400" spc="-6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poser</a:t>
            </a:r>
            <a:r>
              <a:rPr sz="2400" spc="-4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des</a:t>
            </a:r>
            <a:r>
              <a:rPr sz="2400" spc="-60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questions</a:t>
            </a:r>
            <a:r>
              <a:rPr sz="2400" spc="-55" dirty="0">
                <a:latin typeface="Roboto Lt"/>
                <a:cs typeface="Roboto Lt"/>
              </a:rPr>
              <a:t> </a:t>
            </a:r>
            <a:r>
              <a:rPr sz="2400" dirty="0">
                <a:latin typeface="Roboto Lt"/>
                <a:cs typeface="Roboto Lt"/>
              </a:rPr>
              <a:t>aux</a:t>
            </a:r>
            <a:r>
              <a:rPr sz="2400" spc="-75" dirty="0">
                <a:latin typeface="Roboto Lt"/>
                <a:cs typeface="Roboto Lt"/>
              </a:rPr>
              <a:t> </a:t>
            </a:r>
            <a:r>
              <a:rPr sz="2400" spc="-10" dirty="0">
                <a:latin typeface="Roboto Lt"/>
                <a:cs typeface="Roboto Lt"/>
              </a:rPr>
              <a:t>staffeurs</a:t>
            </a:r>
            <a:endParaRPr sz="2400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7A697-BEC9-0073-FD4B-F950BE24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POUR ALLER PLUS LOIN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68ACCC-8D1D-AF9B-5BFB-917EB6F0E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autre ressource </a:t>
            </a:r>
            <a:br>
              <a:rPr lang="fr-FR" dirty="0"/>
            </a:br>
            <a:r>
              <a:rPr lang="fr-FR" dirty="0"/>
              <a:t>https://learngitbranching.js.org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01970178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0" ma:contentTypeDescription="Crée un document." ma:contentTypeScope="" ma:versionID="58a5e089d6e986208fc1b8910124f0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4ec34346769ff539971eae25929d14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ED57A0-993B-4D3E-9975-5787A9E87DE3}"/>
</file>

<file path=customXml/itemProps2.xml><?xml version="1.0" encoding="utf-8"?>
<ds:datastoreItem xmlns:ds="http://schemas.openxmlformats.org/officeDocument/2006/customXml" ds:itemID="{FF95A967-8F67-4CBF-BC7C-300FBDD4086E}"/>
</file>

<file path=customXml/itemProps3.xml><?xml version="1.0" encoding="utf-8"?>
<ds:datastoreItem xmlns:ds="http://schemas.openxmlformats.org/officeDocument/2006/customXml" ds:itemID="{60D41ECC-10F4-4C06-9075-5F0E3DDB34A2}"/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1012</Words>
  <Application>Microsoft Office PowerPoint</Application>
  <PresentationFormat>Grand écran</PresentationFormat>
  <Paragraphs>241</Paragraphs>
  <Slides>32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2" baseType="lpstr">
      <vt:lpstr>Aptos</vt:lpstr>
      <vt:lpstr>Arial</vt:lpstr>
      <vt:lpstr>Arial MT</vt:lpstr>
      <vt:lpstr>Neue Haas Grotesk Text Pro</vt:lpstr>
      <vt:lpstr>Roboto</vt:lpstr>
      <vt:lpstr>Roboto Bk</vt:lpstr>
      <vt:lpstr>Roboto Cn</vt:lpstr>
      <vt:lpstr>Roboto Lt</vt:lpstr>
      <vt:lpstr>Times New Roman</vt:lpstr>
      <vt:lpstr>Helena</vt:lpstr>
      <vt:lpstr>Module 1 – GIT</vt:lpstr>
      <vt:lpstr>Installation de Git </vt:lpstr>
      <vt:lpstr>Pourquoi utiliser git ? </vt:lpstr>
      <vt:lpstr>Services d’hébergement de répo Git </vt:lpstr>
      <vt:lpstr>Ajouter une clé SSH </vt:lpstr>
      <vt:lpstr>Ajouter une clé SSH </vt:lpstr>
      <vt:lpstr>Cloner un repository </vt:lpstr>
      <vt:lpstr>Le commit</vt:lpstr>
      <vt:lpstr>Le commit</vt:lpstr>
      <vt:lpstr>Je vous montre un diff!</vt:lpstr>
      <vt:lpstr>Commandes d'information </vt:lpstr>
      <vt:lpstr>Ajouter ou supprimer des fichiers</vt:lpstr>
      <vt:lpstr>Commit les changements</vt:lpstr>
      <vt:lpstr>Publier et récupérer les changements à distance</vt:lpstr>
      <vt:lpstr>Bilan des actions</vt:lpstr>
      <vt:lpstr>On passe au TP ! </vt:lpstr>
      <vt:lpstr>Les branches</vt:lpstr>
      <vt:lpstr>Les commits et les branches</vt:lpstr>
      <vt:lpstr>Les commits et les branches</vt:lpstr>
      <vt:lpstr>Fusionner des branches</vt:lpstr>
      <vt:lpstr>Présentation PowerPoint</vt:lpstr>
      <vt:lpstr>Le rebase</vt:lpstr>
      <vt:lpstr>Le rebase</vt:lpstr>
      <vt:lpstr>Le rebase</vt:lpstr>
      <vt:lpstr>CONFLICTS</vt:lpstr>
      <vt:lpstr>Présentation PowerPoint</vt:lpstr>
      <vt:lpstr>Stasher ses changements</vt:lpstr>
      <vt:lpstr>Reset un commit</vt:lpstr>
      <vt:lpstr>Revert un commit</vt:lpstr>
      <vt:lpstr>Cherry-pick</vt:lpstr>
      <vt:lpstr>On passe au TP !</vt:lpstr>
      <vt:lpstr>POUR ALLER PLUS LOIN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Zemmouri</dc:creator>
  <cp:lastModifiedBy>Anas Zemmouri</cp:lastModifiedBy>
  <cp:revision>28</cp:revision>
  <dcterms:created xsi:type="dcterms:W3CDTF">2025-11-12T20:14:54Z</dcterms:created>
  <dcterms:modified xsi:type="dcterms:W3CDTF">2025-11-30T19:31:45Z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