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64EE9-2BF4-4C95-9DD3-12CB00C58675}" type="datetimeFigureOut">
              <a:rPr lang="fr-BE" smtClean="0"/>
              <a:t>06-10-24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93D6B-FE25-4DC8-9D6F-C6112ACF281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6536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942F-7E47-44A7-99F5-B98DE9DEAB1C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53232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E3E3-57DE-430C-9DB9-888CB7359840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121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C7BB-7864-4249-BAF1-05B500D3D72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213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B703-9346-4987-A211-4DAA1DD128E5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6190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582A-4543-4A59-8D32-595D0310799E}" type="datetime1">
              <a:rPr lang="fr-BE" smtClean="0"/>
              <a:t>06-10-24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09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FD5E-71CC-42FE-AD29-CD3F2BF78440}" type="datetime1">
              <a:rPr lang="fr-BE" smtClean="0"/>
              <a:t>06-10-24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384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A133-1EB7-40C2-84E0-7666A7CEB107}" type="datetime1">
              <a:rPr lang="fr-BE" smtClean="0"/>
              <a:t>06-10-24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052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9C08-ECAB-4D32-9250-C35496FEECB0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7793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4A23-08E2-448E-91A6-DCD978A919BF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408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85DE-BCD7-40A6-9F2D-16726331DC47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0588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B3413-C234-4308-8FF6-91180122C21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5269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2B8D-C009-407B-9C59-B035D6907740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585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7F4-9860-4C11-BAEA-18CC28354482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3932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CFA8-2D38-47BC-90CE-B13A5EF74B7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7023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28B7-B5C1-4DF5-9296-48B5A207FAE9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42137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6D9D-4855-4C1D-B32B-5B0C2932810B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850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72E98-8547-4DD8-BAD7-D4BF94DB9C64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66A064-7986-4B3D-9247-43DE0A04E3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2138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0839DA-D332-F9AC-7FAE-97124F7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Chapitre 1 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A6F66F-7367-7C96-9A05-65856636A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aux types de données en JavaScript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42F493-A0E1-FFF7-1C68-824762D6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Project de </a:t>
            </a:r>
            <a:r>
              <a:rPr lang="fr-FR" dirty="0" err="1"/>
              <a:t>Developpement</a:t>
            </a:r>
            <a:r>
              <a:rPr lang="fr-FR" dirty="0"/>
              <a:t> Web - A. Zemmouri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52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752E5D-DBDC-C393-10BC-D04F3B77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aux types de données en JavaScript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1E0760-A825-EAD8-7917-6A4C81C17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Imaginez que vous devez déménager vos affaires.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commenceriez par les trier et les emballer dans des boîtes.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programmation peut être perçue de la même manière : trier et organiser les données pour les utiliser efficacement.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E74AFC-B2EC-3F92-CBAA-98E8A48E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229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14E94-A9E5-FB6A-FA11-D5D9BFA0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types de données primitifs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0816A8-A6D1-0FFE-5C8E-241FD7C25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2921"/>
            <a:ext cx="8596668" cy="3880773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existe </a:t>
            </a:r>
            <a:r>
              <a:rPr lang="fr-B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sept types de données primitifs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 JavaScript 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(chaîne de caractères)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(nombre)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Boolean (booléen)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(valeur nulle)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(indéfini)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BigInt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(entier de grande taille)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Symbol (symbole)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Chaque type a un usage spécifique selon les besoins du programme.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6F5DAA-6445-426D-90C6-E1FE42D9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4568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9BAA4B-1645-850D-7E0C-E0D35FDA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chaînes de caractères et les nombres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46BE46-BD43-645B-3737-C0420BDC4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Utilisé pour stocker des valeurs textuelles comme des titres ou des descriptions.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Utilisé pour les valeurs numériques comme les prix.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Dans une app de e-commerce, le nom d'un produit serait une chaîne et son prix serait un nombre.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30D26F-9482-727F-F2A4-1C5F3B51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6289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D1AD1-0683-2EF1-4B1F-F3A25BA1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Pourquoi distinguer les chaînes des nombres ?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D18ECA-1E4F-449C-CA36-C149A2574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ont une large plage de valeurs en JavaScript, mais sont limités à un certain point.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chaînes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peuvent avoir un nombre quasi illimité de combinaisons de caractères.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est important de bien choisir le type en fonction de l'usage (calculs, affichage de texte, etc.).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569C2F-7969-774D-AFF5-43855A20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140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7F661-58B5-3CD1-B0AC-CC92EE3C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booléens, </a:t>
            </a:r>
            <a:r>
              <a:rPr lang="fr-BE" sz="3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</a:t>
            </a:r>
            <a:r>
              <a:rPr lang="fr-BE" sz="3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4BC59C-2B20-1092-0A69-ADB07895A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Boolean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Deux valeurs possibles :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 false, utile pour prendre des décisions.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Représente l'absence d'une valeur définie.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Signale qu'une variable n'a pas encore de valeur assignée.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40E30D-84C4-2FEC-C6E8-8459A062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1415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E1B886-CE5F-2AFE-C4E9-1CA4A823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BigInt</a:t>
            </a:r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Symbol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495F98-95FD-575B-65AD-3DA0D424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BigInt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Utilisé pour manipuler des nombres très grands, au-delà des capacités du type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Symbol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Utilisé comme identifiant unique, comme des numéros de série pour différencier des variables avec le même nom.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2709CB-AE5C-4ED6-6F7D-645D5950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781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8F64B-1F0E-9F40-1778-2332E383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B21EF9-EBBF-9136-DA54-7927977B8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avez appris à identifier les différents types de données en JavaScript.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Chaque type de données a une utilisation spécifique.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Bien choisir et utiliser ces types rendra votre code plus efficace et robuste.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 la prochaine pour plus de concepts JavaScript !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43593B-CD13-944E-08B0-C997AD9F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31867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1F8169-6297-45C1-94E8-43A33EFACF1A}"/>
</file>

<file path=customXml/itemProps2.xml><?xml version="1.0" encoding="utf-8"?>
<ds:datastoreItem xmlns:ds="http://schemas.openxmlformats.org/officeDocument/2006/customXml" ds:itemID="{A8D4DD34-E7C8-4ABB-803F-DEA091668D77}"/>
</file>

<file path=customXml/itemProps3.xml><?xml version="1.0" encoding="utf-8"?>
<ds:datastoreItem xmlns:ds="http://schemas.openxmlformats.org/officeDocument/2006/customXml" ds:itemID="{1052D800-6970-4FB2-85E4-AE0945EEDD44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425</Words>
  <Application>Microsoft Office PowerPoint</Application>
  <PresentationFormat>Grand écran</PresentationFormat>
  <Paragraphs>54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Arial</vt:lpstr>
      <vt:lpstr>Courier New</vt:lpstr>
      <vt:lpstr>Symbol</vt:lpstr>
      <vt:lpstr>Trebuchet MS</vt:lpstr>
      <vt:lpstr>Wingdings 3</vt:lpstr>
      <vt:lpstr>Facette</vt:lpstr>
      <vt:lpstr>Chapitre 1 </vt:lpstr>
      <vt:lpstr>Introduction aux types de données en JavaScript</vt:lpstr>
      <vt:lpstr>Les types de données primitifs</vt:lpstr>
      <vt:lpstr>Les chaînes de caractères et les nombres</vt:lpstr>
      <vt:lpstr>Pourquoi distinguer les chaînes des nombres ?</vt:lpstr>
      <vt:lpstr>Les booléens, null et undefined</vt:lpstr>
      <vt:lpstr>BigInt et Symbol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8</cp:revision>
  <dcterms:created xsi:type="dcterms:W3CDTF">2024-10-06T12:24:52Z</dcterms:created>
  <dcterms:modified xsi:type="dcterms:W3CDTF">2024-10-06T14:05:03Z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