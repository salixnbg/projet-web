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EB20-86D9-4FEF-B457-3507819AACBD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DFF9B-FB6F-429D-AA14-7395A88CB75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632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7991C-6A1F-4917-BA66-A3E837DFE1D2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399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AD17A-8002-4411-97B3-6A38CE8CD98B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2665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6F9E-E81F-4F1C-85CD-44F277F8840E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320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DE0A-01B6-48FA-B02A-B836BB021739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2758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3D38-5EDF-4BF9-89D1-6842264458E6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599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0F91-7F89-4C25-B654-5EB4C71E7C9B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578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3C88-419B-4A96-81B6-A6A525A9234A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44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3C19A-070B-48CA-B95B-46F1A0D4C60A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549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6DE5-AA91-4C26-83BD-E240C9A3C8FA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3457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4F4D-A374-4A81-9D63-A9AFDE6BCE16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680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9C1E-4F64-4A4F-8E29-30350A50B39D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438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08AC-89B2-4BAC-A881-E7ECF002824D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6500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63FF-1F7C-43C6-8F09-C82EEE80824E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950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8E6-9077-444F-8E1C-EBA72446C6C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07979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66AB-7E9F-4E80-90B1-3D18477908E7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2518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3C58-ADB8-4430-920F-012D889E19E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679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6617A-2512-4ADE-9016-6F6B2ED197AC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87F689-5ECB-4BCD-B80B-B58FB8FD883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573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82FB9-7CC9-D913-5445-D985ABB63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1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0B6CA1-5E7D-5815-D6D4-7865731829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Variables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241903-9AB0-54EB-FAD7-9ABF0115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7108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8D82E-B2B3-1EC7-B188-C9D7D149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variables en JavaScript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7115A8-72D9-45E5-9F03-56C5C8C07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nouveau programme en JavaScript est comme une page blanche.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Pensez-y comme à un monde vide prêt à être construit.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programmeurs peuvent créer et personnaliser ce monde.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636841-B13D-5184-50C6-15D51B3B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225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51115-5DBE-5121-2E48-D15D38B3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variables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407652-BAA4-270E-0FB2-0FF3B587E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variables sont un élément clé pour construire des programmes en JavaScript.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Elles permettent de stocker et de réutiliser des données.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stocker le nom d'une personne dans une variable.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A24030B-FED3-5823-D977-271D648E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516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644B5-FE95-F007-8CAA-7BA3DBB6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Déclarer une variable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01580-8D3D-0CF1-3AA1-17D0FB8B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déclarer une variable : utilisez le mot-clé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suivi du nom de la variable.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var personne;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 initialise une variable appelée personne mais elle n'a encore aucune valeur (elle est indéfinie).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77996B-E2FA-0FAE-1FD3-44B6FA49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613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B9617-F7B3-C89C-6C91-8C929FBE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Attribuer des valeurs aux variables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C12042-F4A7-D91A-C17A-70CC4552E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Utilisez l'opérateur d'assignation = pour attribuer une valeur.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var personne = "John";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valeur "John" est maintenant stockée dans la variable personne.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4C78DA-AF4A-E801-60C0-87DED206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7579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AE751-BCDF-93A2-99FA-7C1684AD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Utiliser des variables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A439A-E047-217D-287A-951CBA5A2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Utilisez le nom de la variable pour accéder à sa valeur.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console.log(personne); // Résultat : John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Combinez du texte statique avec des variables pour créer des messages dynamiques.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FA6A50-49FF-2136-89F8-2A6934ECF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513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40B37-E56C-8327-7315-691FBE24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Pourquoi utiliser des variables ?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6C5DE-004D-AC25-A3E2-1B4101FF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variables permettent de réutiliser et de réaffecter des valeurs.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changer la variable personne de "John" à "James".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pouvez modifier les valeurs sans changer l'ensemble du programme.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99FDAD-9702-58EA-67BF-23281EA7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40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4ECDA-07F9-71FF-AA21-1D265A2B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90545-A1BA-4E83-6F38-088CC961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variables rendent vos programmes dynamiques et polyvalents.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savez maintenant comment déclarer, attribuer et utiliser des variables en </a:t>
            </a:r>
            <a:r>
              <a:rPr lang="fr-BE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Prêt à explorer des fonctionnalités plus complexes en JavaScript ?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895EC9-9148-EEC6-E90C-8D8D5434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28943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3B687E-7111-44AA-8A2E-E24FD0B4734B}"/>
</file>

<file path=customXml/itemProps2.xml><?xml version="1.0" encoding="utf-8"?>
<ds:datastoreItem xmlns:ds="http://schemas.openxmlformats.org/officeDocument/2006/customXml" ds:itemID="{1BC33C91-3F20-4B19-9CCE-ABAA2B36B23A}"/>
</file>

<file path=customXml/itemProps3.xml><?xml version="1.0" encoding="utf-8"?>
<ds:datastoreItem xmlns:ds="http://schemas.openxmlformats.org/officeDocument/2006/customXml" ds:itemID="{202FF49F-3557-452D-8979-E0BED2238267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331</Words>
  <Application>Microsoft Office PowerPoint</Application>
  <PresentationFormat>Grand écran</PresentationFormat>
  <Paragraphs>52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Arial</vt:lpstr>
      <vt:lpstr>Symbol</vt:lpstr>
      <vt:lpstr>Trebuchet MS</vt:lpstr>
      <vt:lpstr>Wingdings 3</vt:lpstr>
      <vt:lpstr>Facette</vt:lpstr>
      <vt:lpstr>Chapitre 1</vt:lpstr>
      <vt:lpstr>Introduction aux variables en JavaScript</vt:lpstr>
      <vt:lpstr>Introduction aux variables</vt:lpstr>
      <vt:lpstr>Déclarer une variable</vt:lpstr>
      <vt:lpstr>Attribuer des valeurs aux variables</vt:lpstr>
      <vt:lpstr>Utiliser des variables</vt:lpstr>
      <vt:lpstr>Pourquoi utiliser des variables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8</cp:revision>
  <dcterms:created xsi:type="dcterms:W3CDTF">2024-10-06T14:25:24Z</dcterms:created>
  <dcterms:modified xsi:type="dcterms:W3CDTF">2024-10-06T15:02:49Z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