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8" Type="http://schemas.openxmlformats.org/officeDocument/2006/relationships/slide" Target="slides/slide2.xml"/><Relationship Id="rId18" Type="http://schemas.openxmlformats.org/officeDocument/2006/relationships/customXml" Target="../customXml/item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7" Type="http://schemas.openxmlformats.org/officeDocument/2006/relationships/slide" Target="slides/slide1.xml"/><Relationship Id="rId17" Type="http://schemas.openxmlformats.org/officeDocument/2006/relationships/customXml" Target="../customXml/item1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6" Type="http://schemas.openxmlformats.org/officeDocument/2006/relationships/tableStyles" Target="tableStyles.xml"/><Relationship Id="rId15" Type="http://schemas.openxmlformats.org/officeDocument/2006/relationships/slide" Target="slides/slide9.xml"/><Relationship Id="rId5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customXml" Target="../customXml/item3.xml"/><Relationship Id="rId14" Type="http://schemas.openxmlformats.org/officeDocument/2006/relationships/slide" Target="slides/slide8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 boucles While en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Apprendre à utiliser les boucles While pour créer un compte à rebours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Dans cette leçon, vous apprendrez à utiliser une boucle While pour créer un compte à rebours.</a:t>
            </a:r>
          </a:p>
          <a:p>
            <a:r>
              <a:t>La boucle While est similaire à la boucle For, mais avec des différences clés.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Première différence : Le compteur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première grande différence entre une boucle While et une boucle For est la valeur du compteur.</a:t>
            </a:r>
          </a:p>
          <a:p>
            <a:r>
              <a:t>Avec la boucle While, cette valeur est définie avant la boucle et doit être clairement définie.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Deuxième différence : La condition de sortie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deuxième différence est que vous ne spécifiez que la condition de sortie dans les parenthèses de la déclaration de la boucle.</a:t>
            </a:r>
          </a:p>
          <a:p>
            <a:r>
              <a:t>JavaScript vérifiera cette condition à chaque itération.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Construction d'une boucle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condition ici est que le compteur doit être supérieur à 0. Si cette condition est vraie, le code à l'intérieur de la boucle est exécuté.</a:t>
            </a:r>
          </a:p>
          <a:p>
            <a:r>
              <a:t>Exemple : while (counter &gt; 0) { // bloc de code }.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Exécution du code dans la boucle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À chaque itération, la valeur du compteur est affichée et diminuée de 1 jusqu'à ce que la condition devienne fausse.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de déroulement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1ère itération : compteur = 3, affichage 3, diminution compteur à 2.</a:t>
            </a:r>
          </a:p>
          <a:p>
            <a:r>
              <a:t>2ème itération : compteur = 2, affichage 2, diminution compteur à 1.</a:t>
            </a:r>
          </a:p>
          <a:p>
            <a:r>
              <a:t>3ème itération : compteur = 1, affichage 1, diminution compteur à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 de 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Lorsque le compteur atteint 0, la condition (counter &gt; 0) devient fausse et la boucle s'arrête.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Exécution après la boucle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 fois la boucle terminée, tout code en dehors des accolades de la boucle sera exécuté.</a:t>
            </a:r>
          </a:p>
          <a:p>
            <a:r>
              <a:t>Par exemple, nous pouvons afficher « Bonne année !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Félicitations ! Vous avez appris à créer et exécuter une boucle While.</a:t>
            </a:r>
          </a:p>
          <a:p>
            <a:r>
              <a:t>Essayez d'en créer une dans votre propre code pour répéter certaines tâches.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998539-2CC0-44A3-B1D0-9EC6F0E9FF58}"/>
</file>

<file path=customXml/itemProps2.xml><?xml version="1.0" encoding="utf-8"?>
<ds:datastoreItem xmlns:ds="http://schemas.openxmlformats.org/officeDocument/2006/customXml" ds:itemID="{312D22C2-1276-4391-90F4-C6F0F39F4ACF}"/>
</file>

<file path=customXml/itemProps3.xml><?xml version="1.0" encoding="utf-8"?>
<ds:datastoreItem xmlns:ds="http://schemas.openxmlformats.org/officeDocument/2006/customXml" ds:itemID="{E15F8FC3-B03D-4AAF-ABA7-CC403E46F02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