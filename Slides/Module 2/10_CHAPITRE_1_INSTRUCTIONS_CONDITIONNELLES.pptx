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8" Type="http://schemas.openxmlformats.org/officeDocument/2006/relationships/slide" Target="slides/slide2.xml"/><Relationship Id="rId3" Type="http://schemas.openxmlformats.org/officeDocument/2006/relationships/presProps" Target="presProps.xml"/><Relationship Id="rId12" Type="http://schemas.openxmlformats.org/officeDocument/2006/relationships/slide" Target="slides/slide6.xml"/><Relationship Id="rId7" Type="http://schemas.openxmlformats.org/officeDocument/2006/relationships/slide" Target="slides/slide1.xml"/><Relationship Id="rId17" Type="http://schemas.openxmlformats.org/officeDocument/2006/relationships/customXml" Target="../customXml/item3.xml"/><Relationship Id="rId2" Type="http://schemas.openxmlformats.org/officeDocument/2006/relationships/printerSettings" Target="printerSettings/printerSettings1.bin"/><Relationship Id="rId16" Type="http://schemas.openxmlformats.org/officeDocument/2006/relationships/customXml" Target="../customXml/item2.xml"/><Relationship Id="rId1" Type="http://schemas.openxmlformats.org/officeDocument/2006/relationships/slideMaster" Target="slideMasters/slideMaster1.xml"/><Relationship Id="rId11" Type="http://schemas.openxmlformats.org/officeDocument/2006/relationships/slide" Target="slides/slide5.xml"/><Relationship Id="rId6" Type="http://schemas.openxmlformats.org/officeDocument/2006/relationships/tableStyles" Target="tableStyles.xml"/><Relationship Id="rId5" Type="http://schemas.openxmlformats.org/officeDocument/2006/relationships/theme" Target="theme/theme1.xml"/><Relationship Id="rId15" Type="http://schemas.openxmlformats.org/officeDocument/2006/relationships/customXml" Target="../customXml/item1.xml"/><Relationship Id="rId10" Type="http://schemas.openxmlformats.org/officeDocument/2006/relationships/slide" Target="slides/slide4.xml"/><Relationship Id="rId14" Type="http://schemas.openxmlformats.org/officeDocument/2006/relationships/slide" Target="slides/slide8.xml"/><Relationship Id="rId4" Type="http://schemas.openxmlformats.org/officeDocument/2006/relationships/viewProps" Target="viewProps.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aux Instructions Conditionnelles</a:t>
            </a:r>
          </a:p>
        </p:txBody>
      </p:sp>
      <p:sp>
        <p:nvSpPr>
          <p:cNvPr id="3" name="Content Placeholder 2"/>
          <p:cNvSpPr>
            <a:spLocks noGrp="1"/>
          </p:cNvSpPr>
          <p:nvPr>
            <p:ph idx="1"/>
          </p:nvPr>
        </p:nvSpPr>
        <p:spPr/>
        <p:txBody>
          <a:bodyPr/>
          <a:lstStyle/>
          <a:p>
            <a:r>
              <a:t>Les instructions conditionnelles sont utilisées pour exécuter du code en fonction de conditions qui peuvent être vraies ou fausses. Voici un exemple simple avec une variable et une instruction if else.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Conditions Multiples : If Else If</a:t>
            </a:r>
          </a:p>
        </p:txBody>
      </p:sp>
      <p:sp>
        <p:nvSpPr>
          <p:cNvPr id="3" name="Content Placeholder 2"/>
          <p:cNvSpPr>
            <a:spLocks noGrp="1"/>
          </p:cNvSpPr>
          <p:nvPr>
            <p:ph idx="1"/>
          </p:nvPr>
        </p:nvSpPr>
        <p:spPr/>
        <p:txBody>
          <a:bodyPr/>
          <a:lstStyle/>
          <a:p>
            <a:r>
              <a:t>Lorsque vous avez plusieurs conditions, vous pouvez utiliser plusieurs blocs else if. Cependant, si vous avez cinq ou dix conditions, l'instruction switch peut être plus efficace.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Exemple d'If Else</a:t>
            </a:r>
          </a:p>
        </p:txBody>
      </p:sp>
      <p:sp>
        <p:nvSpPr>
          <p:cNvPr id="3" name="Content Placeholder 2"/>
          <p:cNvSpPr>
            <a:spLocks noGrp="1"/>
          </p:cNvSpPr>
          <p:nvPr>
            <p:ph idx="1"/>
          </p:nvPr>
        </p:nvSpPr>
        <p:spPr/>
        <p:txBody>
          <a:bodyPr/>
          <a:lstStyle/>
          <a:p>
            <a:r>
              <a:t>J'ai défini une variable result avec la valeur 50. Si result est supérieur à 40, le message 'Vous avez réussi le test' s'affiche. Sinon, le message 'Vous n'avez pas réussi le test' apparaît.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Modification de la Valeur et Résultat</a:t>
            </a:r>
          </a:p>
        </p:txBody>
      </p:sp>
      <p:sp>
        <p:nvSpPr>
          <p:cNvPr id="3" name="Content Placeholder 2"/>
          <p:cNvSpPr>
            <a:spLocks noGrp="1"/>
          </p:cNvSpPr>
          <p:nvPr>
            <p:ph idx="1"/>
          </p:nvPr>
        </p:nvSpPr>
        <p:spPr/>
        <p:txBody>
          <a:bodyPr/>
          <a:lstStyle/>
          <a:p>
            <a:r>
              <a:t>Si je change la valeur de la variable result à 30, le message 'Vous n'avez pas réussi le test' s'affiche, car la condition n'est pas satisfaite. Le code dans le bloc else est exécuté.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Utilisation des Blocs Else If</a:t>
            </a:r>
          </a:p>
        </p:txBody>
      </p:sp>
      <p:sp>
        <p:nvSpPr>
          <p:cNvPr id="3" name="Content Placeholder 2"/>
          <p:cNvSpPr>
            <a:spLocks noGrp="1"/>
          </p:cNvSpPr>
          <p:nvPr>
            <p:ph idx="1"/>
          </p:nvPr>
        </p:nvSpPr>
        <p:spPr/>
        <p:txBody>
          <a:bodyPr/>
          <a:lstStyle/>
          <a:p>
            <a:r>
              <a:t>Avec plusieurs options, il est nécessaire de couvrir toutes les possibilités. Par exemple, une variable place peut avoir plusieurs valeurs comme 'first', 'second', 'third', avec des messages correspondants.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L'Instruction Switch</a:t>
            </a:r>
          </a:p>
        </p:txBody>
      </p:sp>
      <p:sp>
        <p:nvSpPr>
          <p:cNvPr id="3" name="Content Placeholder 2"/>
          <p:cNvSpPr>
            <a:spLocks noGrp="1"/>
          </p:cNvSpPr>
          <p:nvPr>
            <p:ph idx="1"/>
          </p:nvPr>
        </p:nvSpPr>
        <p:spPr/>
        <p:txBody>
          <a:bodyPr/>
          <a:lstStyle/>
          <a:p>
            <a:r>
              <a:t>L'instruction switch permet de simplifier plusieurs conditions. Au lieu d'utiliser plusieurs else if, le switch évalue la variable place et exécute le code correspondant, ou la condition par défaut si aucune ne correspond.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Comparaison If Else et Switch</a:t>
            </a:r>
          </a:p>
        </p:txBody>
      </p:sp>
      <p:sp>
        <p:nvSpPr>
          <p:cNvPr id="3" name="Content Placeholder 2"/>
          <p:cNvSpPr>
            <a:spLocks noGrp="1"/>
          </p:cNvSpPr>
          <p:nvPr>
            <p:ph idx="1"/>
          </p:nvPr>
        </p:nvSpPr>
        <p:spPr/>
        <p:txBody>
          <a:bodyPr/>
          <a:lstStyle/>
          <a:p>
            <a:r>
              <a:t>Dans les deux cas (if else et switch), le même résultat est obtenu. Si la variable place est égale à 'fourth', le message 'Pas de médaille' s'affiche dans les deux exemples.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Vous avez appris à utiliser les instructions conditionnelles if et else, ainsi que la méthode switch pour gérer des conditions multiples de manière plus efficace.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208B7CF960174DB8DF70828630E3AB" ma:contentTypeVersion="3" ma:contentTypeDescription="Crée un document." ma:contentTypeScope="" ma:versionID="9265da0420998f23e3032286f01c8bf2">
  <xsd:schema xmlns:xsd="http://www.w3.org/2001/XMLSchema" xmlns:xs="http://www.w3.org/2001/XMLSchema" xmlns:p="http://schemas.microsoft.com/office/2006/metadata/properties" xmlns:ns2="f12bf56d-bc6b-4900-845f-51466a76f2dd" targetNamespace="http://schemas.microsoft.com/office/2006/metadata/properties" ma:root="true" ma:fieldsID="850bfe136e37cc6e34cb96693e5f5bcd" ns2:_="">
    <xsd:import namespace="f12bf56d-bc6b-4900-845f-51466a76f2d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2bf56d-bc6b-4900-845f-51466a76f2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6BE63BB-EA6B-4E1D-8253-FD700B97E615}"/>
</file>

<file path=customXml/itemProps2.xml><?xml version="1.0" encoding="utf-8"?>
<ds:datastoreItem xmlns:ds="http://schemas.openxmlformats.org/officeDocument/2006/customXml" ds:itemID="{692DB0A8-9F98-4077-B40E-74EE1D69E65E}"/>
</file>

<file path=customXml/itemProps3.xml><?xml version="1.0" encoding="utf-8"?>
<ds:datastoreItem xmlns:ds="http://schemas.openxmlformats.org/officeDocument/2006/customXml" ds:itemID="{E5C0A737-E1BD-4BCC-837E-A58A520F1000}"/>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0x01010098208B7CF960174DB8DF70828630E3AB</vt:lpwstr>
  </property>
</Properties>
</file>