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7" Type="http://schemas.openxmlformats.org/officeDocument/2006/relationships/slide" Target="slides/slide1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customXml" Target="../customXml/item2.xml"/><Relationship Id="rId14" Type="http://schemas.openxmlformats.org/officeDocument/2006/relationships/slide" Target="slides/slide8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boucles For en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Apprentissage des boucles For pour automatiser la répétition 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Supposons que vous vouliez programmer un comptage de 1 à 3, puis afficher « go ». Vous pourriez le faire en utilisant la méthode console.log.</a:t>
            </a:r>
          </a:p>
          <a:p>
            <a:r>
              <a:t>Cependant, cette méthode serait inefficace si vous deviez compter jusqu'à 10, 100 ou plus.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solution efficace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Heureusement, il existe une méthode plus efficace : utiliser une boucle For.</a:t>
            </a:r>
          </a:p>
          <a:p>
            <a:r>
              <a:t>Examinons comment créer une boucle For.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déclaration de la boucle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boucle For commence par la déclaration du mot clé 'for' suivi d'un compteur.</a:t>
            </a:r>
          </a:p>
          <a:p>
            <a:r>
              <a:t>Ce compteur est souvent appelé i pour itérateur, mais n'importe quel nom de variable peut être utilisé.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trois conditions du compteur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compteur a trois conditions pour que la boucle fonctionne correctement :</a:t>
            </a:r>
          </a:p>
          <a:p>
            <a:r>
              <a:t>- 1ère condition : la valeur de départ (ici 1).</a:t>
            </a:r>
          </a:p>
          <a:p>
            <a:r>
              <a:t>- 2ème condition : la valeur de fin (ici i &lt;= 3).</a:t>
            </a:r>
          </a:p>
          <a:p>
            <a:r>
              <a:t>- 3ème condition : l'incrément qui augmente i à chaque itération.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L'importance de l'incrémentation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L'incrémentation permet de changer la valeur du compteur i à chaque itération.</a:t>
            </a:r>
          </a:p>
          <a:p>
            <a:r>
              <a:t>Vous pouvez utiliser la syntaxe i = i + 1 ou simplement i++ pour augmenter la valeur de i de 1.</a:t>
            </a:r>
          </a:p>
          <a:p>
            <a:r>
              <a:t>Sans incrémentation, la boucle s'exécuterait indéfiniment.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condition de sortie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Vous avez besoin d'une condition de sortie pour arrêter la boucle lorsque i atteint une certaine valeur.</a:t>
            </a:r>
          </a:p>
          <a:p>
            <a:r>
              <a:t>Dans cet exemple, la boucle se termine lorsque i &gt;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corps de la boucle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corps de la boucle, entre accolades {}, contient le bloc de code que vous souhaitez exécuter à chaque itération.</a:t>
            </a:r>
          </a:p>
          <a:p>
            <a:r>
              <a:t>Dans cet exemple, nous utilisons console.log pour afficher la valeur de i à chaque itération.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autre exemple avec un décompte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Vous pouvez aussi compter à rebours en initialisant i à 10 et en utilisant i-- pour diminuer sa valeur.</a:t>
            </a:r>
          </a:p>
          <a:p>
            <a:r>
              <a:t>Le décompte s'affiche de 10 à 1, puis un message « Bonne année » est affiché.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Explication du 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méthode console.log a été répétée 10 fois jusqu'à ce que la valeur de i atteigne 0.</a:t>
            </a:r>
          </a:p>
          <a:p>
            <a:r>
              <a:t>Lorsque la condition i &gt; 0 n'était plus vraie, la boucle s'est arrêtée.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Félicitations ! Vous avez appris à créer des boucles For pour automatiser la répétition de code en JavaScript.</a:t>
            </a:r>
          </a:p>
          <a:p>
            <a:r>
              <a:t>Essayez de créer votre propre boucle dans votre code pour répéter certaines tâches.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83507E-DD2B-4122-85F7-B53951B2F884}"/>
</file>

<file path=customXml/itemProps2.xml><?xml version="1.0" encoding="utf-8"?>
<ds:datastoreItem xmlns:ds="http://schemas.openxmlformats.org/officeDocument/2006/customXml" ds:itemID="{4E2575A3-FB93-40DA-B57E-46936BA5B5FA}"/>
</file>

<file path=customXml/itemProps3.xml><?xml version="1.0" encoding="utf-8"?>
<ds:datastoreItem xmlns:ds="http://schemas.openxmlformats.org/officeDocument/2006/customXml" ds:itemID="{6A0BEB85-B656-4B4A-A585-081F5505881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