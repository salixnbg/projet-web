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 boucles en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Apprentissage des boucles pour effectuer des tâches répétitives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Dans la vie quotidienne, il y a des moments où nous devons répéter une activité plusieurs fois.</a:t>
            </a:r>
          </a:p>
          <a:p>
            <a:r>
              <a:t>- Fermer chaque bouton en mettant une chemise</a:t>
            </a:r>
          </a:p>
          <a:p>
            <a:r>
              <a:t>- Laver une pile d'assiettes une par une</a:t>
            </a:r>
          </a:p>
          <a:p>
            <a:r>
              <a:t>- Compter à rebours de 10 à 1 avant de chanter « Bonne année »</a:t>
            </a:r>
          </a:p>
          <a:p>
            <a:r>
              <a:t>Ces tâches répétitives sont efficaces et nous devons parfois les intégrer dans notre code 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les boucles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Dans cette vidéo, vous apprendrez :</a:t>
            </a:r>
          </a:p>
          <a:p>
            <a:r>
              <a:t>- Les structures de boucles</a:t>
            </a:r>
          </a:p>
          <a:p>
            <a:r>
              <a:t>- Comment elles peuvent être utilisées pour accomplir des tâches répétitives</a:t>
            </a:r>
          </a:p>
          <a:p>
            <a:r>
              <a:t>Rappel de la condition IF : cette condition exécute un bloc de code si une condition est remplie, mais cela ne se produit qu'une seule fois.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besoin des boucles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 faire si vous devez exécuter un bloc de code plusieurs fois ?</a:t>
            </a:r>
          </a:p>
          <a:p>
            <a:r>
              <a:t>La solution : Utiliser des boucles.</a:t>
            </a:r>
          </a:p>
          <a:p>
            <a:r>
              <a:t>Dans JavaScript, les développeurs utilisent des boucles pour exécuter des blocs de code de manière répétée jusqu'à ce qu'une condition soit satisfaite.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avec les conditionnelles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boucles sont similaires aux conditionnelles :</a:t>
            </a:r>
          </a:p>
          <a:p>
            <a:r>
              <a:t>- Une condition doit être remplie pour que le code s'exécute.</a:t>
            </a:r>
          </a:p>
          <a:p>
            <a:r>
              <a:t>Mais les boucles incluent un paramètre supplémentaire : un compteur (ou incrément).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dans la vie réelle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Imaginons que nous comptions à rebours de 10 à 1 avant de chanter « Bonne année ».</a:t>
            </a:r>
          </a:p>
          <a:p>
            <a:r>
              <a:t>- Le compteur doit atteindre 1 avant que nous puissions commencer à chanter.</a:t>
            </a:r>
          </a:p>
          <a:p>
            <a:r>
              <a:t>Dans JavaScript, le compteur peut être n'importe quelle variable ou nombre, mais en général, on utilise la lettre 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du compteur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rôle du compteur est essentiel :</a:t>
            </a:r>
          </a:p>
          <a:p>
            <a:r>
              <a:t>Sans lui, la boucle ne saurait pas quand commencer ni quand s'arrêter, ce qui pourrait provoquer une boucle infinie.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de comptage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 vous vouliez programmer une séquence de comptage comme 1, 2, 3 :</a:t>
            </a:r>
          </a:p>
          <a:p>
            <a:r>
              <a:t>Vous pourriez utiliser la méthode console.log.</a:t>
            </a:r>
          </a:p>
          <a:p>
            <a:r>
              <a:t>Mais cela répète essentiellement la même activité.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Boucles pour l'efficacité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Avec une boucle, vous pouvez accomplir la même tâche de manière plus efficace et avec moins de lignes de code.</a:t>
            </a:r>
          </a:p>
          <a:p>
            <a:r>
              <a:t>Imaginez si vous deviez compter jusqu'à 100 !</a:t>
            </a:r>
          </a:p>
          <a:p>
            <a:r>
              <a:t>La boucle permet de faire cela avec seulement 3 lignes de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de boucles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 existe plusieurs types de boucles :</a:t>
            </a:r>
          </a:p>
          <a:p>
            <a:r>
              <a:t>- La boucle for</a:t>
            </a:r>
          </a:p>
          <a:p>
            <a:r>
              <a:t>- La boucle while</a:t>
            </a:r>
          </a:p>
          <a:p>
            <a:r>
              <a:t>Les boucles imbriquées (nous les verrons plus tard).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boucle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boucle for est utilisée pour exécuter un bloc de code un certain nombre de fois.</a:t>
            </a:r>
          </a:p>
          <a:p>
            <a:r>
              <a:t>Elle est structurée avec un compteur, une condition, et un incrément.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boucle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boucle while est similaire à la boucle for :</a:t>
            </a:r>
          </a:p>
          <a:p>
            <a:r>
              <a:t>Elle s'exécute tant que la condition est vraie.</a:t>
            </a:r>
          </a:p>
          <a:p>
            <a:r>
              <a:t>Mais le compteur est défini en dehors de la boucle et l'incrément se fait à l'intérieur.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Vous avez appris :</a:t>
            </a:r>
          </a:p>
          <a:p>
            <a:r>
              <a:rPr lang="fr-BE" dirty="0"/>
              <a:t>- L</a:t>
            </a:r>
            <a:r>
              <a:rPr dirty="0"/>
              <a:t>es </a:t>
            </a:r>
            <a:r>
              <a:rPr dirty="0" err="1"/>
              <a:t>boucles</a:t>
            </a:r>
            <a:r>
              <a:rPr dirty="0"/>
              <a:t> for et while </a:t>
            </a:r>
            <a:r>
              <a:rPr dirty="0" err="1"/>
              <a:t>en</a:t>
            </a:r>
            <a:r>
              <a:rPr dirty="0"/>
              <a:t> JavaScript</a:t>
            </a:r>
          </a:p>
          <a:p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mettre</a:t>
            </a:r>
            <a:r>
              <a:rPr dirty="0"/>
              <a:t> à jour la </a:t>
            </a:r>
            <a:r>
              <a:rPr dirty="0" err="1"/>
              <a:t>valeur</a:t>
            </a:r>
            <a:r>
              <a:rPr dirty="0"/>
              <a:t> du </a:t>
            </a:r>
            <a:r>
              <a:rPr dirty="0" err="1"/>
              <a:t>compteur</a:t>
            </a:r>
            <a:r>
              <a:rPr dirty="0"/>
              <a:t>, </a:t>
            </a:r>
            <a:r>
              <a:rPr dirty="0" err="1"/>
              <a:t>sinon</a:t>
            </a:r>
            <a:r>
              <a:rPr dirty="0"/>
              <a:t> la boucle </a:t>
            </a:r>
            <a:r>
              <a:rPr dirty="0" err="1"/>
              <a:t>pourrait</a:t>
            </a:r>
            <a:r>
              <a:rPr dirty="0"/>
              <a:t> </a:t>
            </a:r>
            <a:r>
              <a:rPr dirty="0" err="1"/>
              <a:t>s'exécuter</a:t>
            </a:r>
            <a:r>
              <a:rPr dirty="0"/>
              <a:t> </a:t>
            </a:r>
            <a:r>
              <a:rPr dirty="0" err="1"/>
              <a:t>indéfiniment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01621D-63D9-432A-B319-8400EC7F2B61}"/>
</file>

<file path=customXml/itemProps2.xml><?xml version="1.0" encoding="utf-8"?>
<ds:datastoreItem xmlns:ds="http://schemas.openxmlformats.org/officeDocument/2006/customXml" ds:itemID="{C215062D-6C61-411E-A92E-FFEE80C20EF5}"/>
</file>

<file path=customXml/itemProps3.xml><?xml version="1.0" encoding="utf-8"?>
<ds:datastoreItem xmlns:ds="http://schemas.openxmlformats.org/officeDocument/2006/customXml" ds:itemID="{E9419583-22CA-48BC-8D6B-F41197ABCEA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522</Words>
  <Application>Microsoft Office PowerPoint</Application>
  <PresentationFormat>Affichage à l'écran (4:3)</PresentationFormat>
  <Paragraphs>52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Les boucles en JavaScript</vt:lpstr>
      <vt:lpstr>Introduction</vt:lpstr>
      <vt:lpstr>Pourquoi les boucles ?</vt:lpstr>
      <vt:lpstr>Le besoin des boucles</vt:lpstr>
      <vt:lpstr>Comparaison avec les conditionnelles</vt:lpstr>
      <vt:lpstr>Exemple dans la vie réelle</vt:lpstr>
      <vt:lpstr>Importance du compteur</vt:lpstr>
      <vt:lpstr>Exemple de comptage</vt:lpstr>
      <vt:lpstr>Boucles pour l'efficacité</vt:lpstr>
      <vt:lpstr>Types de boucles</vt:lpstr>
      <vt:lpstr>La boucle For</vt:lpstr>
      <vt:lpstr>La boucle While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 Zemmouri</cp:lastModifiedBy>
  <cp:revision>2</cp:revision>
  <dcterms:created xsi:type="dcterms:W3CDTF">2013-01-27T09:14:16Z</dcterms:created>
  <dcterms:modified xsi:type="dcterms:W3CDTF">2024-10-13T18:16:13Z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