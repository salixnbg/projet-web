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8" Type="http://schemas.openxmlformats.org/officeDocument/2006/relationships/slide" Target="slides/slide2.xml"/><Relationship Id="rId3" Type="http://schemas.openxmlformats.org/officeDocument/2006/relationships/presProps" Target="presProps.xml"/><Relationship Id="rId12" Type="http://schemas.openxmlformats.org/officeDocument/2006/relationships/slide" Target="slides/slide6.xml"/><Relationship Id="rId7" Type="http://schemas.openxmlformats.org/officeDocument/2006/relationships/slide" Target="slides/slide1.xml"/><Relationship Id="rId17" Type="http://schemas.openxmlformats.org/officeDocument/2006/relationships/customXml" Target="../customXml/item3.xml"/><Relationship Id="rId2" Type="http://schemas.openxmlformats.org/officeDocument/2006/relationships/printerSettings" Target="printerSettings/printerSettings1.bin"/><Relationship Id="rId16" Type="http://schemas.openxmlformats.org/officeDocument/2006/relationships/customXml" Target="../customXml/item2.xml"/><Relationship Id="rId1" Type="http://schemas.openxmlformats.org/officeDocument/2006/relationships/slideMaster" Target="slideMasters/slideMaster1.xml"/><Relationship Id="rId11" Type="http://schemas.openxmlformats.org/officeDocument/2006/relationships/slide" Target="slides/slide5.xml"/><Relationship Id="rId6" Type="http://schemas.openxmlformats.org/officeDocument/2006/relationships/tableStyles" Target="tableStyles.xml"/><Relationship Id="rId5" Type="http://schemas.openxmlformats.org/officeDocument/2006/relationships/theme" Target="theme/theme1.xml"/><Relationship Id="rId15" Type="http://schemas.openxmlformats.org/officeDocument/2006/relationships/customXml" Target="../customXml/item1.xml"/><Relationship Id="rId10" Type="http://schemas.openxmlformats.org/officeDocument/2006/relationships/slide" Target="slides/slide4.xml"/><Relationship Id="rId14" Type="http://schemas.openxmlformats.org/officeDocument/2006/relationships/slide" Target="slides/slide8.xml"/><Relationship Id="rId4" Type="http://schemas.openxmlformats.org/officeDocument/2006/relationships/viewProps" Target="viewProps.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à la Prise de Décision</a:t>
            </a:r>
          </a:p>
        </p:txBody>
      </p:sp>
      <p:sp>
        <p:nvSpPr>
          <p:cNvPr id="3" name="Content Placeholder 2"/>
          <p:cNvSpPr>
            <a:spLocks noGrp="1"/>
          </p:cNvSpPr>
          <p:nvPr>
            <p:ph idx="1"/>
          </p:nvPr>
        </p:nvSpPr>
        <p:spPr/>
        <p:txBody>
          <a:bodyPr/>
          <a:lstStyle/>
          <a:p>
            <a:r>
              <a:t>Chaque jour, nous prenons des décisions, des plus simples comme choisir des vêtements aux plus complexes comme décider quel film regarder. Les décisions peuvent être basées sur des conditions qui sont vraies ou fausses.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Instructions Conditionnelles en JavaScript</a:t>
            </a:r>
          </a:p>
        </p:txBody>
      </p:sp>
      <p:sp>
        <p:nvSpPr>
          <p:cNvPr id="3" name="Content Placeholder 2"/>
          <p:cNvSpPr>
            <a:spLocks noGrp="1"/>
          </p:cNvSpPr>
          <p:nvPr>
            <p:ph idx="1"/>
          </p:nvPr>
        </p:nvSpPr>
        <p:spPr/>
        <p:txBody>
          <a:bodyPr/>
          <a:lstStyle/>
          <a:p>
            <a:r>
              <a:t>En JavaScript, nous utilisons des instructions conditionnelles comme if et else pour exécuter du code en fonction de conditions. Ces conditions sont évaluées comme vraies ou fausses.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L'Instruction If</a:t>
            </a:r>
          </a:p>
        </p:txBody>
      </p:sp>
      <p:sp>
        <p:nvSpPr>
          <p:cNvPr id="3" name="Content Placeholder 2"/>
          <p:cNvSpPr>
            <a:spLocks noGrp="1"/>
          </p:cNvSpPr>
          <p:nvPr>
            <p:ph idx="1"/>
          </p:nvPr>
        </p:nvSpPr>
        <p:spPr/>
        <p:txBody>
          <a:bodyPr/>
          <a:lstStyle/>
          <a:p>
            <a:r>
              <a:t>Une instruction if vérifie une condition et exécute un bloc de code si la condition est vraie. Seul le code sous la condition vraie est exécuté.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Opérateurs de Comparaison</a:t>
            </a:r>
          </a:p>
        </p:txBody>
      </p:sp>
      <p:sp>
        <p:nvSpPr>
          <p:cNvPr id="3" name="Content Placeholder 2"/>
          <p:cNvSpPr>
            <a:spLocks noGrp="1"/>
          </p:cNvSpPr>
          <p:nvPr>
            <p:ph idx="1"/>
          </p:nvPr>
        </p:nvSpPr>
        <p:spPr/>
        <p:txBody>
          <a:bodyPr/>
          <a:lstStyle/>
          <a:p>
            <a:r>
              <a:t>Les opérateurs de comparaison sont utilisés pour évaluer des conditions. Quelques exemples courants : égal à (==), supérieur à (&gt;), inférieur à (&lt;), et différent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Exemple Pratique : Test de Conduite</a:t>
            </a:r>
          </a:p>
        </p:txBody>
      </p:sp>
      <p:sp>
        <p:nvSpPr>
          <p:cNvPr id="3" name="Content Placeholder 2"/>
          <p:cNvSpPr>
            <a:spLocks noGrp="1"/>
          </p:cNvSpPr>
          <p:nvPr>
            <p:ph idx="1"/>
          </p:nvPr>
        </p:nvSpPr>
        <p:spPr/>
        <p:txBody>
          <a:bodyPr/>
          <a:lstStyle/>
          <a:p>
            <a:r>
              <a:t>Dans un test de conduite, une personne réussit si son score est supérieur à 40. Sinon, elle échoue. Nous pouvons utiliser l'instruction if-else pour afficher le résultat à l'apprenant.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L'Instruction If-Else</a:t>
            </a:r>
          </a:p>
        </p:txBody>
      </p:sp>
      <p:sp>
        <p:nvSpPr>
          <p:cNvPr id="3" name="Content Placeholder 2"/>
          <p:cNvSpPr>
            <a:spLocks noGrp="1"/>
          </p:cNvSpPr>
          <p:nvPr>
            <p:ph idx="1"/>
          </p:nvPr>
        </p:nvSpPr>
        <p:spPr/>
        <p:txBody>
          <a:bodyPr/>
          <a:lstStyle/>
          <a:p>
            <a:r>
              <a:t>If-else gère les deux résultats d'une condition. Si la condition est vraie, une action est exécutée. Si elle est fausse, une autre action est exécutée.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Gérer des Conditions Multiples : Else-If</a:t>
            </a:r>
          </a:p>
        </p:txBody>
      </p:sp>
      <p:sp>
        <p:nvSpPr>
          <p:cNvPr id="3" name="Content Placeholder 2"/>
          <p:cNvSpPr>
            <a:spLocks noGrp="1"/>
          </p:cNvSpPr>
          <p:nvPr>
            <p:ph idx="1"/>
          </p:nvPr>
        </p:nvSpPr>
        <p:spPr/>
        <p:txBody>
          <a:bodyPr/>
          <a:lstStyle/>
          <a:p>
            <a:r>
              <a:t>Pour des scénarios plus complexes, utilisez l'instruction else-if pour tester plusieurs conditions. C'est une extension de if-else.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Les instructions conditionnelles sont un outil fondamental dans la programmation en JavaScript. Les maîtriser permet de gérer efficacement la prise de décision dans votre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8208B7CF960174DB8DF70828630E3AB" ma:contentTypeVersion="3" ma:contentTypeDescription="Crée un document." ma:contentTypeScope="" ma:versionID="9265da0420998f23e3032286f01c8bf2">
  <xsd:schema xmlns:xsd="http://www.w3.org/2001/XMLSchema" xmlns:xs="http://www.w3.org/2001/XMLSchema" xmlns:p="http://schemas.microsoft.com/office/2006/metadata/properties" xmlns:ns2="f12bf56d-bc6b-4900-845f-51466a76f2dd" targetNamespace="http://schemas.microsoft.com/office/2006/metadata/properties" ma:root="true" ma:fieldsID="850bfe136e37cc6e34cb96693e5f5bcd" ns2:_="">
    <xsd:import namespace="f12bf56d-bc6b-4900-845f-51466a76f2d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2bf56d-bc6b-4900-845f-51466a76f2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A2EF336-6AA6-4E3A-9D75-8F8B9EEC0C79}"/>
</file>

<file path=customXml/itemProps2.xml><?xml version="1.0" encoding="utf-8"?>
<ds:datastoreItem xmlns:ds="http://schemas.openxmlformats.org/officeDocument/2006/customXml" ds:itemID="{54D69AC9-F9A8-40B9-BF70-D4943CB5E843}"/>
</file>

<file path=customXml/itemProps3.xml><?xml version="1.0" encoding="utf-8"?>
<ds:datastoreItem xmlns:ds="http://schemas.openxmlformats.org/officeDocument/2006/customXml" ds:itemID="{6BEE5B43-BF3F-447C-85D0-3113A1623EB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0x01010098208B7CF960174DB8DF70828630E3AB</vt:lpwstr>
  </property>
</Properties>
</file>