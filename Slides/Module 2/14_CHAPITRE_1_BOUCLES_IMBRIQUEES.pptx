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4.xml"/><Relationship Id="rId14" Type="http://schemas.openxmlformats.org/officeDocument/2006/relationships/slide" Target="slides/slide8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Boucles Imbriquées en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aux Boucles Imbriquées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vous avez besoin que votre code effectue plusieurs tâches en même temps, les boucles imbriquées sont utiles.</a:t>
            </a:r>
          </a:p>
          <a:p>
            <a:r>
              <a:t>Une boucle imbriquée est une boucle placée à l'intérieur d'une autre boucle.</a:t>
            </a:r>
          </a:p>
          <a:p>
            <a:r>
              <a:t>Les boucles imbriquées permettent d'automatiser des tâches répétitives à plusieurs niveaux.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Supposons que vous créez un plan sur deux semaines pour les jours de lundi à vendredi.</a:t>
            </a:r>
          </a:p>
          <a:p>
            <a:r>
              <a:t>Chaque semaine a cinq jours et vous devez afficher chaque jour avec la semaine associée.</a:t>
            </a:r>
          </a:p>
          <a:p>
            <a:r>
              <a:t>Une boucle imbriquée est idéale pour cette tâche.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Déclaration des Boucles Imbriquées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première boucle (boucle externe) parcourt les semaines. On utilise un compteur i.</a:t>
            </a:r>
          </a:p>
          <a:p>
            <a:r>
              <a:t>La boucle imbriquée (boucle interne) parcourt les jours. On utilise un compteur j.</a:t>
            </a:r>
          </a:p>
          <a:p>
            <a:r>
              <a:t>La méthode console.log permet d'afficher la semaine et le jour correspondant dans la console.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et Boucles Imbriquées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Bien que les boucles imbriquées soient utiles, elles peuvent ralentir votre code si elles sont trop nombreuses.</a:t>
            </a:r>
          </a:p>
          <a:p>
            <a:r>
              <a:t>Plus il y a de niveaux d'imbrication, plus le code devient lent.</a:t>
            </a:r>
          </a:p>
          <a:p>
            <a:r>
              <a:t>Il est important d'utiliser les boucles imbriquées de manière efficace.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Boucle Imbriquée avec les Mois d'Été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exemple est d'afficher les mois d'été sur deux années (2023 et 2024) en utilisant une boucle imbriquée.</a:t>
            </a:r>
          </a:p>
          <a:p>
            <a:r>
              <a:t>La boucle externe parcourt les années, tandis que la boucle interne parcourt les mois d'été (6 à 8).</a:t>
            </a:r>
          </a:p>
          <a:p>
            <a:r>
              <a:t>Cela permet d'afficher chaque mois pour chaque année.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Simplification des Boucles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 lieu d'utiliser des noms de variables longs comme 'année' et 'mois', on peut utiliser 'i' pour l'année et 'j' pour le mois.</a:t>
            </a:r>
          </a:p>
          <a:p>
            <a:r>
              <a:t>Cela rend le code plus lisible tout en suivant les bonnes pratiques du développement.</a:t>
            </a:r>
          </a:p>
          <a:p>
            <a:r>
              <a:t>Bien que cela puisse sembler moins descriptif, ces noms sont couramment utilisés.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Vous avez maintenant appris comment utiliser les boucles imbriquées en JavaScript.</a:t>
            </a:r>
          </a:p>
          <a:p>
            <a:r>
              <a:t>Les boucles imbriquées sont efficaces pour gérer des tâches répétitives sur plusieurs niveaux.</a:t>
            </a:r>
          </a:p>
          <a:p>
            <a:r>
              <a:t>Cependant, il est crucial de les utiliser avec parcimonie afin de maintenir de bonnes performances dans votre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720FEC-D652-48FA-95DC-6D745BC5734D}"/>
</file>

<file path=customXml/itemProps2.xml><?xml version="1.0" encoding="utf-8"?>
<ds:datastoreItem xmlns:ds="http://schemas.openxmlformats.org/officeDocument/2006/customXml" ds:itemID="{B3CFE39D-A5FB-4A00-B2C3-D2B1D28E97D3}"/>
</file>

<file path=customXml/itemProps3.xml><?xml version="1.0" encoding="utf-8"?>
<ds:datastoreItem xmlns:ds="http://schemas.openxmlformats.org/officeDocument/2006/customXml" ds:itemID="{566BB60A-991D-434C-A8D7-B9327590251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