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8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17" Type="http://schemas.openxmlformats.org/officeDocument/2006/relationships/customXml" Target="../customXml/item3.xml"/><Relationship Id="rId2" Type="http://schemas.openxmlformats.org/officeDocument/2006/relationships/slide" Target="slides/slide1.xml"/><Relationship Id="rId16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customXml" Target="../customXml/item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97BBE0-402C-406F-9E24-0F45E4F0AD62}" type="datetimeFigureOut">
              <a:rPr lang="fr-BE" smtClean="0"/>
              <a:t>06-10-24</a:t>
            </a:fld>
            <a:endParaRPr lang="fr-BE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BE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50C27A-0673-4597-8E9F-647A49E379FE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5184129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58025-49DD-4456-B6B7-D1FB8EE41510}" type="datetime1">
              <a:rPr lang="fr-BE" smtClean="0"/>
              <a:t>06-10-24</a:t>
            </a:fld>
            <a:endParaRPr lang="fr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Project de Developpement Web - A. Zemmouri</a:t>
            </a:r>
            <a:endParaRPr lang="fr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66BA5-8E57-4B20-9EA7-58A74192CEEB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4980834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590A7-2184-463C-964D-065B5670791E}" type="datetime1">
              <a:rPr lang="fr-BE" smtClean="0"/>
              <a:t>06-10-24</a:t>
            </a:fld>
            <a:endParaRPr lang="fr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Project de Developpement Web - A. Zemmouri</a:t>
            </a:r>
            <a:endParaRPr lang="fr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66BA5-8E57-4B20-9EA7-58A74192CEEB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5164150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2188E7-2A71-4003-B20B-B2FDD199AFBA}" type="datetime1">
              <a:rPr lang="fr-BE" smtClean="0"/>
              <a:t>06-10-24</a:t>
            </a:fld>
            <a:endParaRPr lang="fr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Project de Developpement Web - A. Zemmouri</a:t>
            </a:r>
            <a:endParaRPr lang="fr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66BA5-8E57-4B20-9EA7-58A74192CEEB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8950180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4C70D-D14E-433C-8AE0-08522BC288D4}" type="datetime1">
              <a:rPr lang="fr-BE" smtClean="0"/>
              <a:t>06-10-24</a:t>
            </a:fld>
            <a:endParaRPr lang="fr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Project de Developpement Web - A. Zemmouri</a:t>
            </a:r>
            <a:endParaRPr lang="fr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66BA5-8E57-4B20-9EA7-58A74192CEEB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3449913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D5FD7-FC66-4B53-8693-4EB651FCE7AA}" type="datetime1">
              <a:rPr lang="fr-BE" smtClean="0"/>
              <a:t>06-10-24</a:t>
            </a:fld>
            <a:endParaRPr lang="fr-B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Project de Developpement Web - A. Zemmouri</a:t>
            </a:r>
            <a:endParaRPr lang="fr-B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66BA5-8E57-4B20-9EA7-58A74192CEEB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0360470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2877C-917F-445A-89AC-A2F9E727EC0E}" type="datetime1">
              <a:rPr lang="fr-BE" smtClean="0"/>
              <a:t>06-10-24</a:t>
            </a:fld>
            <a:endParaRPr lang="fr-B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Project de Developpement Web - A. Zemmouri</a:t>
            </a:r>
            <a:endParaRPr lang="fr-B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66BA5-8E57-4B20-9EA7-58A74192CEEB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56829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E80E7-629B-423F-A6BD-778BC8F07A45}" type="datetime1">
              <a:rPr lang="fr-BE" smtClean="0"/>
              <a:t>06-10-24</a:t>
            </a:fld>
            <a:endParaRPr lang="fr-B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Project de Developpement Web - A. Zemmouri</a:t>
            </a:r>
            <a:endParaRPr lang="fr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66BA5-8E57-4B20-9EA7-58A74192CEEB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2003220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A63BE5-61D8-44F4-8B60-CF0BDC2B4528}" type="datetime1">
              <a:rPr lang="fr-BE" smtClean="0"/>
              <a:t>06-10-24</a:t>
            </a:fld>
            <a:endParaRPr lang="fr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Project de Developpement Web - A. Zemmouri</a:t>
            </a:r>
            <a:endParaRPr lang="fr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66BA5-8E57-4B20-9EA7-58A74192CEEB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7170052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9D8394-B6AC-4A87-A3E3-355ABFF5F9A8}" type="datetime1">
              <a:rPr lang="fr-BE" smtClean="0"/>
              <a:t>06-10-24</a:t>
            </a:fld>
            <a:endParaRPr lang="fr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Project de Developpement Web - A. Zemmouri</a:t>
            </a:r>
            <a:endParaRPr lang="fr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66BA5-8E57-4B20-9EA7-58A74192CEEB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2812923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B07C1-F04D-4F02-A3F8-8EB89B736BEC}" type="datetime1">
              <a:rPr lang="fr-BE" smtClean="0"/>
              <a:t>06-10-24</a:t>
            </a:fld>
            <a:endParaRPr lang="fr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Project de Developpement Web - A. Zemmouri</a:t>
            </a:r>
            <a:endParaRPr lang="fr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66BA5-8E57-4B20-9EA7-58A74192CEEB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9601937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6203C-CBEA-4CB9-B9BE-26112FE743A6}" type="datetime1">
              <a:rPr lang="fr-BE" smtClean="0"/>
              <a:t>06-10-24</a:t>
            </a:fld>
            <a:endParaRPr lang="fr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Project de Developpement Web - A. Zemmouri</a:t>
            </a:r>
            <a:endParaRPr lang="fr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66BA5-8E57-4B20-9EA7-58A74192CEEB}" type="slidenum">
              <a:rPr lang="fr-BE" smtClean="0"/>
              <a:t>‹N°›</a:t>
            </a:fld>
            <a:endParaRPr lang="fr-BE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419366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7555B-5EA4-43D8-BA51-4183F2D27C48}" type="datetime1">
              <a:rPr lang="fr-BE" smtClean="0"/>
              <a:t>06-10-24</a:t>
            </a:fld>
            <a:endParaRPr lang="fr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Project de Developpement Web - A. Zemmouri</a:t>
            </a:r>
            <a:endParaRPr lang="fr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66BA5-8E57-4B20-9EA7-58A74192CEEB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03778366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 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90692-21B9-4F1C-839B-D6E0E6FC04E0}" type="datetime1">
              <a:rPr lang="fr-BE" smtClean="0"/>
              <a:t>06-10-24</a:t>
            </a:fld>
            <a:endParaRPr lang="fr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Project de Developpement Web - A. Zemmouri</a:t>
            </a:r>
            <a:endParaRPr lang="fr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66BA5-8E57-4B20-9EA7-58A74192CEEB}" type="slidenum">
              <a:rPr lang="fr-BE" smtClean="0"/>
              <a:t>‹N°›</a:t>
            </a:fld>
            <a:endParaRPr lang="fr-BE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66559156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rai ou fau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E8C3A-18DE-4A24-BDF5-181E4043CFC1}" type="datetime1">
              <a:rPr lang="fr-BE" smtClean="0"/>
              <a:t>06-10-24</a:t>
            </a:fld>
            <a:endParaRPr lang="fr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Project de Developpement Web - A. Zemmouri</a:t>
            </a:r>
            <a:endParaRPr lang="fr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66BA5-8E57-4B20-9EA7-58A74192CEEB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0435221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D16F26-B127-4494-A3BE-FF09DF365E85}" type="datetime1">
              <a:rPr lang="fr-BE" smtClean="0"/>
              <a:t>06-10-24</a:t>
            </a:fld>
            <a:endParaRPr lang="fr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Project de Developpement Web - A. Zemmouri</a:t>
            </a:r>
            <a:endParaRPr lang="fr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66BA5-8E57-4B20-9EA7-58A74192CEEB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36317485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D1A19-F82B-4CDE-B016-162A65293212}" type="datetime1">
              <a:rPr lang="fr-BE" smtClean="0"/>
              <a:t>06-10-24</a:t>
            </a:fld>
            <a:endParaRPr lang="fr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Project de Developpement Web - A. Zemmouri</a:t>
            </a:r>
            <a:endParaRPr lang="fr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66BA5-8E57-4B20-9EA7-58A74192CEEB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9277878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2C9B65-0C47-41E9-A1F3-FE463BEEF5BD}" type="datetime1">
              <a:rPr lang="fr-BE" smtClean="0"/>
              <a:t>06-10-24</a:t>
            </a:fld>
            <a:endParaRPr lang="fr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fr-FR"/>
              <a:t>Project de Developpement Web - A. Zemmouri</a:t>
            </a:r>
            <a:endParaRPr lang="fr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EFA66BA5-8E57-4B20-9EA7-58A74192CEEB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564316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hf sldNum="0" hd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890DDA8-D8D7-5F0D-F36A-4A3721519B6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/>
              <a:t>Chapitre 1</a:t>
            </a:r>
            <a:endParaRPr lang="fr-BE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6749B8F2-E4BC-E616-A4CE-8ACD79B5C1C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/>
              <a:t>Numbers</a:t>
            </a:r>
            <a:endParaRPr lang="fr-BE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4F8A6E5A-F59D-A0A7-EDE8-62A48339D9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Project de Developpement Web - A. Zemmouri</a:t>
            </a:r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8862270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947F868-C39D-A4E2-C0F7-C370F580EB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sz="36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Types de données en JavaScript</a:t>
            </a:r>
            <a:endParaRPr lang="fr-BE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D911807-E718-AF3B-B0F9-104558666D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fr-BE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JavaScript comprend différents types de données.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fr-BE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fr-BE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Le type de données </a:t>
            </a:r>
            <a:r>
              <a:rPr lang="fr-BE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nombre</a:t>
            </a:r>
            <a:r>
              <a:rPr lang="fr-BE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est fondamental.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fr-BE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fr-BE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Représente les nombres entiers et décimaux.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fr-BE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fr-BE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Essentiel pour coder efficacement.</a:t>
            </a:r>
          </a:p>
          <a:p>
            <a:endParaRPr lang="fr-BE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A510472E-DDA9-8184-DF4A-78F809ADC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Project de Developpement Web - A. Zemmouri</a:t>
            </a:r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1962811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12C2346-9572-44E7-409B-D2E23C108C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sz="36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Démonstration du type nombre</a:t>
            </a:r>
            <a:endParaRPr lang="fr-BE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EBF947E-B766-43B2-375A-AAE2B7BF4E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fr-BE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Exemple : Tapez </a:t>
            </a:r>
            <a:r>
              <a:rPr lang="fr-BE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123</a:t>
            </a:r>
            <a:r>
              <a:rPr lang="fr-BE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dans la console → </a:t>
            </a:r>
            <a:r>
              <a:rPr lang="fr-BE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Output</a:t>
            </a:r>
            <a:r>
              <a:rPr lang="fr-BE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: 123.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fr-BE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fr-BE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Exemple décimal : Tapez </a:t>
            </a:r>
            <a:r>
              <a:rPr lang="fr-BE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123.456</a:t>
            </a:r>
            <a:r>
              <a:rPr lang="fr-BE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→ </a:t>
            </a:r>
            <a:r>
              <a:rPr lang="fr-BE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Output</a:t>
            </a:r>
            <a:r>
              <a:rPr lang="fr-BE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: 123.456.</a:t>
            </a:r>
          </a:p>
          <a:p>
            <a:pPr marL="0" indent="0">
              <a:buNone/>
            </a:pPr>
            <a:endParaRPr lang="fr-BE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F8711FAF-C671-34BB-7FB7-B826E1C6C6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Project de Developpement Web - A. Zemmouri</a:t>
            </a:r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7880936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8F05F08-660F-E39C-0C5C-A6F751823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sz="36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Opérations mathématiques en JavaScript</a:t>
            </a:r>
            <a:endParaRPr lang="fr-BE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2DCB555-2A58-8C7A-76C5-430A93AC6A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fr-BE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Utilisation des nombres pour effectuer des opérations mathématiques.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fr-BE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Addition</a:t>
            </a:r>
            <a:r>
              <a:rPr lang="fr-BE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: 2 + 2 → </a:t>
            </a:r>
            <a:r>
              <a:rPr lang="fr-BE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Output</a:t>
            </a:r>
            <a:r>
              <a:rPr lang="fr-BE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: 4.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fr-BE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Soustraction</a:t>
            </a:r>
            <a:r>
              <a:rPr lang="fr-BE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: 4 - 2 → </a:t>
            </a:r>
            <a:r>
              <a:rPr lang="fr-BE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Output</a:t>
            </a:r>
            <a:r>
              <a:rPr lang="fr-BE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: 2.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fr-BE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Multiplication</a:t>
            </a:r>
            <a:r>
              <a:rPr lang="fr-BE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: 4 * 4 → </a:t>
            </a:r>
            <a:r>
              <a:rPr lang="fr-BE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Output</a:t>
            </a:r>
            <a:r>
              <a:rPr lang="fr-BE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: 16.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fr-BE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Division</a:t>
            </a:r>
            <a:r>
              <a:rPr lang="fr-BE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: 16 / 4 → </a:t>
            </a:r>
            <a:r>
              <a:rPr lang="fr-BE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Output</a:t>
            </a:r>
            <a:r>
              <a:rPr lang="fr-BE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: 4.</a:t>
            </a:r>
          </a:p>
          <a:p>
            <a:pPr marL="0" indent="0">
              <a:buNone/>
            </a:pPr>
            <a:endParaRPr lang="fr-BE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17B69022-AE0C-799B-9030-0E31B28AD4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Project de Developpement Web - A. Zemmouri</a:t>
            </a:r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5963177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50E9944-4AC5-571B-BCC8-9B4329934A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sz="36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Opérations mathématiques avancées</a:t>
            </a:r>
            <a:endParaRPr lang="fr-BE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8372C8A-FAFC-9DE9-319A-39839422C6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fr-BE" b="1" kern="100" dirty="0">
                <a:latin typeface="Aptos" panose="020B0004020202020204" pitchFamily="34" charset="0"/>
                <a:cs typeface="Times New Roman" panose="02020603050405020304" pitchFamily="18" charset="0"/>
              </a:rPr>
              <a:t>Exponentiation</a:t>
            </a:r>
            <a:r>
              <a:rPr lang="fr-BE" kern="100" dirty="0">
                <a:latin typeface="Aptos" panose="020B0004020202020204" pitchFamily="34" charset="0"/>
                <a:cs typeface="Times New Roman" panose="02020603050405020304" pitchFamily="18" charset="0"/>
              </a:rPr>
              <a:t> : 10 ** 2 → Output : 100 (10 à la puissance 2).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fr-BE" kern="100" dirty="0">
              <a:latin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fr-BE" b="1" kern="100" dirty="0" err="1">
                <a:latin typeface="Aptos" panose="020B0004020202020204" pitchFamily="34" charset="0"/>
                <a:cs typeface="Times New Roman" panose="02020603050405020304" pitchFamily="18" charset="0"/>
              </a:rPr>
              <a:t>Modulus</a:t>
            </a:r>
            <a:r>
              <a:rPr lang="fr-BE" b="1" kern="100" dirty="0">
                <a:latin typeface="Aptos" panose="020B0004020202020204" pitchFamily="34" charset="0"/>
                <a:cs typeface="Times New Roman" panose="02020603050405020304" pitchFamily="18" charset="0"/>
              </a:rPr>
              <a:t> (reste) </a:t>
            </a:r>
            <a:r>
              <a:rPr lang="fr-BE" kern="100" dirty="0">
                <a:latin typeface="Aptos" panose="020B0004020202020204" pitchFamily="34" charset="0"/>
                <a:cs typeface="Times New Roman" panose="02020603050405020304" pitchFamily="18" charset="0"/>
              </a:rPr>
              <a:t>:</a:t>
            </a: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fr-BE" sz="1800" kern="100" dirty="0">
                <a:latin typeface="Aptos" panose="020B0004020202020204" pitchFamily="34" charset="0"/>
                <a:cs typeface="Times New Roman" panose="02020603050405020304" pitchFamily="18" charset="0"/>
              </a:rPr>
              <a:t>9 % 8 → </a:t>
            </a:r>
            <a:r>
              <a:rPr lang="fr-BE" sz="1800" b="1" kern="100" dirty="0">
                <a:latin typeface="Aptos" panose="020B0004020202020204" pitchFamily="34" charset="0"/>
                <a:cs typeface="Times New Roman" panose="02020603050405020304" pitchFamily="18" charset="0"/>
              </a:rPr>
              <a:t>Output</a:t>
            </a:r>
            <a:r>
              <a:rPr lang="fr-BE" sz="1800" kern="100" dirty="0">
                <a:latin typeface="Aptos" panose="020B0004020202020204" pitchFamily="34" charset="0"/>
                <a:cs typeface="Times New Roman" panose="02020603050405020304" pitchFamily="18" charset="0"/>
              </a:rPr>
              <a:t> : 1.</a:t>
            </a: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fr-BE" sz="1800" kern="100" dirty="0">
                <a:latin typeface="Aptos" panose="020B0004020202020204" pitchFamily="34" charset="0"/>
                <a:cs typeface="Times New Roman" panose="02020603050405020304" pitchFamily="18" charset="0"/>
              </a:rPr>
              <a:t>16 % 8 → </a:t>
            </a:r>
            <a:r>
              <a:rPr lang="fr-BE" sz="1800" b="1" kern="100" dirty="0">
                <a:latin typeface="Aptos" panose="020B0004020202020204" pitchFamily="34" charset="0"/>
                <a:cs typeface="Times New Roman" panose="02020603050405020304" pitchFamily="18" charset="0"/>
              </a:rPr>
              <a:t>Output</a:t>
            </a:r>
            <a:r>
              <a:rPr lang="fr-BE" sz="1800" kern="100" dirty="0">
                <a:latin typeface="Aptos" panose="020B0004020202020204" pitchFamily="34" charset="0"/>
                <a:cs typeface="Times New Roman" panose="02020603050405020304" pitchFamily="18" charset="0"/>
              </a:rPr>
              <a:t> : 0 (division entière).</a:t>
            </a:r>
          </a:p>
          <a:p>
            <a:endParaRPr lang="fr-BE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5153C5C0-2BA7-12E3-353F-6E1E5A524B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Project de Developpement Web - A. Zemmouri</a:t>
            </a:r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471888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F1ECBAC-2969-FE1F-E099-218E21F898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sz="36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Utilisation des parenthèses pour le groupement</a:t>
            </a:r>
            <a:endParaRPr lang="fr-BE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F6B243B-ED54-6576-85FA-56CD633714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fr-BE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Les parenthèses peuvent modifier l’ordre des calculs.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fr-BE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fr-BE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Exemple sans parenthèses : 2 * 4 + 8 → </a:t>
            </a:r>
            <a:r>
              <a:rPr lang="fr-BE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Output</a:t>
            </a:r>
            <a:r>
              <a:rPr lang="fr-BE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: 16.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fr-BE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fr-BE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Exemple avec parenthèses : (2 * 4) + 8 → </a:t>
            </a:r>
            <a:r>
              <a:rPr lang="fr-BE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Output</a:t>
            </a:r>
            <a:r>
              <a:rPr lang="fr-BE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: 16.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fr-BE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fr-BE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Exemple inversé : 2 * (4 + 8) → </a:t>
            </a:r>
            <a:r>
              <a:rPr lang="fr-BE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Output</a:t>
            </a:r>
            <a:r>
              <a:rPr lang="fr-BE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: 24.</a:t>
            </a:r>
          </a:p>
          <a:p>
            <a:endParaRPr lang="fr-BE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83D14550-C2EB-6F81-6ECF-8631AC7F3F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Project de Developpement Web - A. Zemmouri</a:t>
            </a:r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7934527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11CEC29-7E04-8357-2BD6-637ABCEFEA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sz="36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Rappel sur l'ordre des opérations</a:t>
            </a:r>
            <a:endParaRPr lang="fr-BE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9851B7F-5FC7-C5B3-54A7-1234641A52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fr-BE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JavaScript suit l’ordre standard des opérations.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fr-BE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fr-BE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La multiplication est effectuée avant l'addition par défaut.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fr-BE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fr-BE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Les parenthèses permettent de contrôler cet ordre.</a:t>
            </a:r>
          </a:p>
          <a:p>
            <a:endParaRPr lang="fr-BE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9427D5FA-AA23-63D4-76E7-EED18F9ABD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Project de Developpement Web - A. Zemmouri</a:t>
            </a:r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50296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560964C-7B9C-5FCB-49FE-8722EA3065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sz="36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Conclusion</a:t>
            </a:r>
            <a:endParaRPr lang="fr-BE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ECFCE25-43DC-A63C-06B6-B0851610FB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fr-BE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Les opérateurs mathématiques courants en JavaScript sont :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fr-BE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fr-BE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Plus</a:t>
            </a:r>
            <a:r>
              <a:rPr lang="fr-BE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(+), </a:t>
            </a:r>
            <a:r>
              <a:rPr lang="fr-BE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Moins</a:t>
            </a:r>
            <a:r>
              <a:rPr lang="fr-BE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(-), </a:t>
            </a:r>
            <a:r>
              <a:rPr lang="fr-BE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Multiplication</a:t>
            </a:r>
            <a:r>
              <a:rPr lang="fr-BE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(*), </a:t>
            </a:r>
            <a:r>
              <a:rPr lang="fr-BE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Division</a:t>
            </a:r>
            <a:r>
              <a:rPr lang="fr-BE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(/), </a:t>
            </a:r>
            <a:r>
              <a:rPr lang="fr-BE" b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Modulus</a:t>
            </a:r>
            <a:r>
              <a:rPr lang="fr-BE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(%).</a:t>
            </a: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endParaRPr lang="fr-BE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fr-BE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Pour approfondir vos connaissances, consultez la lecture supplémentaire à la fin de cette leçon.</a:t>
            </a:r>
          </a:p>
          <a:p>
            <a:endParaRPr lang="fr-BE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09E5E932-15A0-FD68-6E9E-6AAE201293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Project de Developpement Web - A. Zemmouri</a:t>
            </a:r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782510840"/>
      </p:ext>
    </p:extLst>
  </p:cSld>
  <p:clrMapOvr>
    <a:masterClrMapping/>
  </p:clrMapOvr>
</p:sld>
</file>

<file path=ppt/theme/theme1.xml><?xml version="1.0" encoding="utf-8"?>
<a:theme xmlns:a="http://schemas.openxmlformats.org/drawingml/2006/main" name="Facette">
  <a:themeElements>
    <a:clrScheme name="Facette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te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te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8208B7CF960174DB8DF70828630E3AB" ma:contentTypeVersion="3" ma:contentTypeDescription="Crée un document." ma:contentTypeScope="" ma:versionID="9265da0420998f23e3032286f01c8bf2">
  <xsd:schema xmlns:xsd="http://www.w3.org/2001/XMLSchema" xmlns:xs="http://www.w3.org/2001/XMLSchema" xmlns:p="http://schemas.microsoft.com/office/2006/metadata/properties" xmlns:ns2="f12bf56d-bc6b-4900-845f-51466a76f2dd" targetNamespace="http://schemas.microsoft.com/office/2006/metadata/properties" ma:root="true" ma:fieldsID="850bfe136e37cc6e34cb96693e5f5bcd" ns2:_="">
    <xsd:import namespace="f12bf56d-bc6b-4900-845f-51466a76f2d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12bf56d-bc6b-4900-845f-51466a76f2d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D1821DA9-FC98-43AF-9FFE-55629D000A12}"/>
</file>

<file path=customXml/itemProps2.xml><?xml version="1.0" encoding="utf-8"?>
<ds:datastoreItem xmlns:ds="http://schemas.openxmlformats.org/officeDocument/2006/customXml" ds:itemID="{661E2965-E837-46AB-9EC3-78DDEF2B317F}"/>
</file>

<file path=customXml/itemProps3.xml><?xml version="1.0" encoding="utf-8"?>
<ds:datastoreItem xmlns:ds="http://schemas.openxmlformats.org/officeDocument/2006/customXml" ds:itemID="{8E929F04-E2FE-4EE1-B0A2-A2A75FB2CD26}"/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31</TotalTime>
  <Words>345</Words>
  <Application>Microsoft Office PowerPoint</Application>
  <PresentationFormat>Grand écran</PresentationFormat>
  <Paragraphs>54</Paragraphs>
  <Slides>8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5" baseType="lpstr">
      <vt:lpstr>Aptos</vt:lpstr>
      <vt:lpstr>Arial</vt:lpstr>
      <vt:lpstr>Courier New</vt:lpstr>
      <vt:lpstr>Symbol</vt:lpstr>
      <vt:lpstr>Trebuchet MS</vt:lpstr>
      <vt:lpstr>Wingdings 3</vt:lpstr>
      <vt:lpstr>Facette</vt:lpstr>
      <vt:lpstr>Chapitre 1</vt:lpstr>
      <vt:lpstr>Types de données en JavaScript</vt:lpstr>
      <vt:lpstr>Démonstration du type nombre</vt:lpstr>
      <vt:lpstr>Opérations mathématiques en JavaScript</vt:lpstr>
      <vt:lpstr>Opérations mathématiques avancées</vt:lpstr>
      <vt:lpstr>Utilisation des parenthèses pour le groupement</vt:lpstr>
      <vt:lpstr>Rappel sur l'ordre des opérations</vt:lpstr>
      <vt:lpstr> 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Anas Zemmouri</dc:creator>
  <cp:lastModifiedBy>Anas Zemmouri</cp:lastModifiedBy>
  <cp:revision>6</cp:revision>
  <dcterms:created xsi:type="dcterms:W3CDTF">2024-10-06T12:41:20Z</dcterms:created>
  <dcterms:modified xsi:type="dcterms:W3CDTF">2024-10-06T13:20:47Z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0x01010098208B7CF960174DB8DF70828630E3AB</vt:lpwstr>
  </property>
</Properties>
</file>